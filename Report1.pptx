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979" r:id="rId1"/>
    <p:sldMasterId id="2147483992" r:id="rId2"/>
    <p:sldMasterId id="2147483994" r:id="rId3"/>
    <p:sldMasterId id="2147483996" r:id="rId4"/>
    <p:sldMasterId id="2147484026" r:id="rId5"/>
    <p:sldMasterId id="2147484024" r:id="rId6"/>
  </p:sldMasterIdLst>
  <p:notesMasterIdLst>
    <p:notesMasterId r:id="rId17"/>
  </p:notesMasterIdLst>
  <p:sldIdLst>
    <p:sldId id="3307" r:id="rId7"/>
    <p:sldId id="3308" r:id="rId8"/>
    <p:sldId id="3309" r:id="rId9"/>
    <p:sldId id="3410" r:id="rId10"/>
    <p:sldId id="3311" r:id="rId11"/>
    <p:sldId id="3397" r:id="rId12"/>
    <p:sldId id="3430" r:id="rId13"/>
    <p:sldId id="3335" r:id="rId14"/>
    <p:sldId id="3431" r:id="rId15"/>
    <p:sldId id="3432" r:id="rId16"/>
  </p:sldIdLst>
  <p:sldSz cx="12192000" cy="6858000"/>
  <p:notesSz cx="6858000" cy="9144000"/>
  <p:embeddedFontLst>
    <p:embeddedFont>
      <p:font typeface="Century Gothic" panose="020B0502020202020204" pitchFamily="34" charset="0"/>
      <p:regular r:id="rId18"/>
      <p:bold r:id="rId19"/>
      <p:italic r:id="rId20"/>
      <p:boldItalic r:id="rId21"/>
    </p:embeddedFont>
    <p:embeddedFont>
      <p:font typeface="FS PF BeauSans Pro" panose="020B0604020202020204" charset="0"/>
      <p:regular r:id="rId22"/>
    </p:embeddedFont>
    <p:embeddedFont>
      <p:font typeface="Tahoma" panose="020B0604030504040204" pitchFamily="34" charset="0"/>
      <p:regular r:id="rId23"/>
      <p:bold r:id="rId24"/>
    </p:embeddedFont>
    <p:embeddedFont>
      <p:font typeface="Sarabun" panose="020B0604020202020204" charset="-34"/>
      <p:regular r:id="rId25"/>
      <p:bold r:id="rId26"/>
      <p:italic r:id="rId27"/>
      <p:boldItalic r:id="rId28"/>
    </p:embeddedFont>
    <p:embeddedFont>
      <p:font typeface="FS PF BeauSans Pro SemiBold" panose="020B0604020202020204" charset="0"/>
      <p:regular r:id="rId29"/>
      <p:bold r:id="rId30"/>
    </p:embeddedFont>
    <p:embeddedFont>
      <p:font typeface="Roboto" panose="020B0604020202020204" charset="0"/>
      <p:regular r:id="rId31"/>
      <p:bold r:id="rId32"/>
      <p:italic r:id="rId33"/>
      <p:boldItalic r:id="rId34"/>
    </p:embeddedFont>
    <p:embeddedFont>
      <p:font typeface="FS PF BeauSans Pro Bold" panose="020B0604020202020204" charset="0"/>
      <p:bold r:id="rId35"/>
    </p:embeddedFont>
  </p:embeddedFontLst>
  <p:defaultTextStyle>
    <a:defPPr>
      <a:defRPr lang="en-US"/>
    </a:defPPr>
    <a:lvl1pPr marL="0" algn="l" defTabSz="914194" rtl="0" eaLnBrk="1" latinLnBrk="0" hangingPunct="1">
      <a:defRPr sz="1800" kern="1200">
        <a:solidFill>
          <a:schemeClr val="tx1"/>
        </a:solidFill>
        <a:latin typeface="+mn-lt"/>
        <a:ea typeface="+mn-ea"/>
        <a:cs typeface="+mn-cs"/>
      </a:defRPr>
    </a:lvl1pPr>
    <a:lvl2pPr marL="457097" algn="l" defTabSz="914194" rtl="0" eaLnBrk="1" latinLnBrk="0" hangingPunct="1">
      <a:defRPr sz="1800" kern="1200">
        <a:solidFill>
          <a:schemeClr val="tx1"/>
        </a:solidFill>
        <a:latin typeface="+mn-lt"/>
        <a:ea typeface="+mn-ea"/>
        <a:cs typeface="+mn-cs"/>
      </a:defRPr>
    </a:lvl2pPr>
    <a:lvl3pPr marL="914194" algn="l" defTabSz="914194" rtl="0" eaLnBrk="1" latinLnBrk="0" hangingPunct="1">
      <a:defRPr sz="1800" kern="1200">
        <a:solidFill>
          <a:schemeClr val="tx1"/>
        </a:solidFill>
        <a:latin typeface="+mn-lt"/>
        <a:ea typeface="+mn-ea"/>
        <a:cs typeface="+mn-cs"/>
      </a:defRPr>
    </a:lvl3pPr>
    <a:lvl4pPr marL="1371291" algn="l" defTabSz="914194" rtl="0" eaLnBrk="1" latinLnBrk="0" hangingPunct="1">
      <a:defRPr sz="1800" kern="1200">
        <a:solidFill>
          <a:schemeClr val="tx1"/>
        </a:solidFill>
        <a:latin typeface="+mn-lt"/>
        <a:ea typeface="+mn-ea"/>
        <a:cs typeface="+mn-cs"/>
      </a:defRPr>
    </a:lvl4pPr>
    <a:lvl5pPr marL="1828389" algn="l" defTabSz="914194" rtl="0" eaLnBrk="1" latinLnBrk="0" hangingPunct="1">
      <a:defRPr sz="1800" kern="1200">
        <a:solidFill>
          <a:schemeClr val="tx1"/>
        </a:solidFill>
        <a:latin typeface="+mn-lt"/>
        <a:ea typeface="+mn-ea"/>
        <a:cs typeface="+mn-cs"/>
      </a:defRPr>
    </a:lvl5pPr>
    <a:lvl6pPr marL="2285486" algn="l" defTabSz="914194" rtl="0" eaLnBrk="1" latinLnBrk="0" hangingPunct="1">
      <a:defRPr sz="1800" kern="1200">
        <a:solidFill>
          <a:schemeClr val="tx1"/>
        </a:solidFill>
        <a:latin typeface="+mn-lt"/>
        <a:ea typeface="+mn-ea"/>
        <a:cs typeface="+mn-cs"/>
      </a:defRPr>
    </a:lvl6pPr>
    <a:lvl7pPr marL="2742583" algn="l" defTabSz="914194" rtl="0" eaLnBrk="1" latinLnBrk="0" hangingPunct="1">
      <a:defRPr sz="1800" kern="1200">
        <a:solidFill>
          <a:schemeClr val="tx1"/>
        </a:solidFill>
        <a:latin typeface="+mn-lt"/>
        <a:ea typeface="+mn-ea"/>
        <a:cs typeface="+mn-cs"/>
      </a:defRPr>
    </a:lvl7pPr>
    <a:lvl8pPr marL="3199680" algn="l" defTabSz="914194" rtl="0" eaLnBrk="1" latinLnBrk="0" hangingPunct="1">
      <a:defRPr sz="1800" kern="1200">
        <a:solidFill>
          <a:schemeClr val="tx1"/>
        </a:solidFill>
        <a:latin typeface="+mn-lt"/>
        <a:ea typeface="+mn-ea"/>
        <a:cs typeface="+mn-cs"/>
      </a:defRPr>
    </a:lvl8pPr>
    <a:lvl9pPr marL="3656777" algn="l" defTabSz="914194"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2" pos="479" userDrawn="1">
          <p15:clr>
            <a:srgbClr val="A4A3A4"/>
          </p15:clr>
        </p15:guide>
        <p15:guide id="53" orient="horz" pos="240" userDrawn="1">
          <p15:clr>
            <a:srgbClr val="A4A3A4"/>
          </p15:clr>
        </p15:guide>
        <p15:guide id="54" pos="7201" userDrawn="1">
          <p15:clr>
            <a:srgbClr val="A4A3A4"/>
          </p15:clr>
        </p15:guide>
        <p15:guide id="55" orient="horz" pos="40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1B2F"/>
    <a:srgbClr val="EE0033"/>
    <a:srgbClr val="009FAC"/>
    <a:srgbClr val="967229"/>
    <a:srgbClr val="8B9338"/>
    <a:srgbClr val="008CB0"/>
    <a:srgbClr val="DCDCDC"/>
    <a:srgbClr val="0FB54E"/>
    <a:srgbClr val="39EF7E"/>
    <a:srgbClr val="12E06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310" autoAdjust="0"/>
    <p:restoredTop sz="96293" autoAdjust="0"/>
  </p:normalViewPr>
  <p:slideViewPr>
    <p:cSldViewPr snapToGrid="0" snapToObjects="1">
      <p:cViewPr varScale="1">
        <p:scale>
          <a:sx n="112" d="100"/>
          <a:sy n="112" d="100"/>
        </p:scale>
        <p:origin x="1164" y="102"/>
      </p:cViewPr>
      <p:guideLst>
        <p:guide pos="479"/>
        <p:guide orient="horz" pos="240"/>
        <p:guide pos="7201"/>
        <p:guide orient="horz" pos="4080"/>
      </p:guideLst>
    </p:cSldViewPr>
  </p:slideViewPr>
  <p:notesTextViewPr>
    <p:cViewPr>
      <p:scale>
        <a:sx n="20" d="100"/>
        <a:sy n="20" d="100"/>
      </p:scale>
      <p:origin x="0" y="0"/>
    </p:cViewPr>
  </p:notesTextViewPr>
  <p:sorterViewPr>
    <p:cViewPr>
      <p:scale>
        <a:sx n="50" d="100"/>
        <a:sy n="50" d="100"/>
      </p:scale>
      <p:origin x="0" y="0"/>
    </p:cViewPr>
  </p:sorterViewPr>
  <p:notesViewPr>
    <p:cSldViewPr snapToGrid="0" snapToObjects="1"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tableStyles" Target="tableStyles.xml"/><Relationship Id="rId21" Type="http://schemas.openxmlformats.org/officeDocument/2006/relationships/font" Target="fonts/font4.fntdata"/><Relationship Id="rId34" Type="http://schemas.openxmlformats.org/officeDocument/2006/relationships/font" Target="fonts/font17.fntdata"/><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8" Type="http://schemas.openxmlformats.org/officeDocument/2006/relationships/slide" Target="slides/slide2.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Roboto" panose="02000000000000000000" pitchFamily="2"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Roboto" panose="02000000000000000000" pitchFamily="2" charset="0"/>
              </a:defRPr>
            </a:lvl1pPr>
          </a:lstStyle>
          <a:p>
            <a:fld id="{EFC10EE1-B198-C942-8235-326C972CBB30}" type="datetimeFigureOut">
              <a:rPr lang="en-US" smtClean="0"/>
              <a:pPr/>
              <a:t>6/11/2026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Roboto" panose="02000000000000000000"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Roboto" panose="02000000000000000000" pitchFamily="2" charset="0"/>
              </a:defRPr>
            </a:lvl1pPr>
          </a:lstStyle>
          <a:p>
            <a:fld id="{006BE02D-20C0-F840-AFAC-BEA99C74FDC2}" type="slidenum">
              <a:rPr lang="en-US" smtClean="0"/>
              <a:pPr/>
              <a:t>‹#›</a:t>
            </a:fld>
            <a:endParaRPr lang="en-US" dirty="0"/>
          </a:p>
        </p:txBody>
      </p:sp>
    </p:spTree>
    <p:extLst>
      <p:ext uri="{BB962C8B-B14F-4D97-AF65-F5344CB8AC3E}">
        <p14:creationId xmlns:p14="http://schemas.microsoft.com/office/powerpoint/2010/main" val="3463289142"/>
      </p:ext>
    </p:extLst>
  </p:cSld>
  <p:clrMap bg1="lt1" tx1="dk1" bg2="lt2" tx2="dk2" accent1="accent1" accent2="accent2" accent3="accent3" accent4="accent4" accent5="accent5" accent6="accent6" hlink="hlink" folHlink="folHlink"/>
  <p:notesStyle>
    <a:lvl1pPr marL="0" algn="l" defTabSz="457097" rtl="0" eaLnBrk="1" latinLnBrk="0" hangingPunct="1">
      <a:defRPr sz="1200" b="0" i="0" kern="1200">
        <a:solidFill>
          <a:schemeClr val="tx1"/>
        </a:solidFill>
        <a:latin typeface="Roboto" panose="02000000000000000000" pitchFamily="2" charset="0"/>
        <a:ea typeface="+mn-ea"/>
        <a:cs typeface="+mn-cs"/>
      </a:defRPr>
    </a:lvl1pPr>
    <a:lvl2pPr marL="457097" algn="l" defTabSz="457097" rtl="0" eaLnBrk="1" latinLnBrk="0" hangingPunct="1">
      <a:defRPr sz="1200" b="0" i="0" kern="1200">
        <a:solidFill>
          <a:schemeClr val="tx1"/>
        </a:solidFill>
        <a:latin typeface="Roboto" panose="02000000000000000000" pitchFamily="2" charset="0"/>
        <a:ea typeface="+mn-ea"/>
        <a:cs typeface="+mn-cs"/>
      </a:defRPr>
    </a:lvl2pPr>
    <a:lvl3pPr marL="914194" algn="l" defTabSz="457097" rtl="0" eaLnBrk="1" latinLnBrk="0" hangingPunct="1">
      <a:defRPr sz="1200" b="0" i="0" kern="1200">
        <a:solidFill>
          <a:schemeClr val="tx1"/>
        </a:solidFill>
        <a:latin typeface="Roboto" panose="02000000000000000000" pitchFamily="2" charset="0"/>
        <a:ea typeface="+mn-ea"/>
        <a:cs typeface="+mn-cs"/>
      </a:defRPr>
    </a:lvl3pPr>
    <a:lvl4pPr marL="1371291" algn="l" defTabSz="457097" rtl="0" eaLnBrk="1" latinLnBrk="0" hangingPunct="1">
      <a:defRPr sz="1200" b="0" i="0" kern="1200">
        <a:solidFill>
          <a:schemeClr val="tx1"/>
        </a:solidFill>
        <a:latin typeface="Roboto" panose="02000000000000000000" pitchFamily="2" charset="0"/>
        <a:ea typeface="+mn-ea"/>
        <a:cs typeface="+mn-cs"/>
      </a:defRPr>
    </a:lvl4pPr>
    <a:lvl5pPr marL="1828389" algn="l" defTabSz="457097" rtl="0" eaLnBrk="1" latinLnBrk="0" hangingPunct="1">
      <a:defRPr sz="1200" b="0" i="0" kern="1200">
        <a:solidFill>
          <a:schemeClr val="tx1"/>
        </a:solidFill>
        <a:latin typeface="Roboto" panose="02000000000000000000" pitchFamily="2" charset="0"/>
        <a:ea typeface="+mn-ea"/>
        <a:cs typeface="+mn-cs"/>
      </a:defRPr>
    </a:lvl5pPr>
    <a:lvl6pPr marL="2285486" algn="l" defTabSz="457097" rtl="0" eaLnBrk="1" latinLnBrk="0" hangingPunct="1">
      <a:defRPr sz="1200" kern="1200">
        <a:solidFill>
          <a:schemeClr val="tx1"/>
        </a:solidFill>
        <a:latin typeface="+mn-lt"/>
        <a:ea typeface="+mn-ea"/>
        <a:cs typeface="+mn-cs"/>
      </a:defRPr>
    </a:lvl6pPr>
    <a:lvl7pPr marL="2742583" algn="l" defTabSz="457097" rtl="0" eaLnBrk="1" latinLnBrk="0" hangingPunct="1">
      <a:defRPr sz="1200" kern="1200">
        <a:solidFill>
          <a:schemeClr val="tx1"/>
        </a:solidFill>
        <a:latin typeface="+mn-lt"/>
        <a:ea typeface="+mn-ea"/>
        <a:cs typeface="+mn-cs"/>
      </a:defRPr>
    </a:lvl7pPr>
    <a:lvl8pPr marL="3199680" algn="l" defTabSz="457097" rtl="0" eaLnBrk="1" latinLnBrk="0" hangingPunct="1">
      <a:defRPr sz="1200" kern="1200">
        <a:solidFill>
          <a:schemeClr val="tx1"/>
        </a:solidFill>
        <a:latin typeface="+mn-lt"/>
        <a:ea typeface="+mn-ea"/>
        <a:cs typeface="+mn-cs"/>
      </a:defRPr>
    </a:lvl8pPr>
    <a:lvl9pPr marL="3656777" algn="l" defTabSz="45709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600"/>
          </a:p>
        </p:txBody>
      </p:sp>
      <p:sp>
        <p:nvSpPr>
          <p:cNvPr id="4" name="Slide Number Placeholder 3"/>
          <p:cNvSpPr>
            <a:spLocks noGrp="1"/>
          </p:cNvSpPr>
          <p:nvPr>
            <p:ph type="sldNum" sz="quarter" idx="5"/>
          </p:nvPr>
        </p:nvSpPr>
        <p:spPr/>
        <p:txBody>
          <a:bodyPr/>
          <a:lstStyle/>
          <a:p>
            <a:fld id="{006BE02D-20C0-F840-AFAC-BEA99C74FDC2}" type="slidenum">
              <a:rPr lang="en-US" smtClean="0"/>
              <a:pPr/>
              <a:t>1</a:t>
            </a:fld>
            <a:endParaRPr lang="en-US" dirty="0"/>
          </a:p>
        </p:txBody>
      </p:sp>
    </p:spTree>
    <p:extLst>
      <p:ext uri="{BB962C8B-B14F-4D97-AF65-F5344CB8AC3E}">
        <p14:creationId xmlns:p14="http://schemas.microsoft.com/office/powerpoint/2010/main" val="3864280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6000"/>
          </a:p>
        </p:txBody>
      </p:sp>
      <p:sp>
        <p:nvSpPr>
          <p:cNvPr id="4" name="Slide Number Placeholder 3"/>
          <p:cNvSpPr>
            <a:spLocks noGrp="1"/>
          </p:cNvSpPr>
          <p:nvPr>
            <p:ph type="sldNum" sz="quarter" idx="5"/>
          </p:nvPr>
        </p:nvSpPr>
        <p:spPr/>
        <p:txBody>
          <a:bodyPr/>
          <a:lstStyle/>
          <a:p>
            <a:fld id="{006BE02D-20C0-F840-AFAC-BEA99C74FDC2}" type="slidenum">
              <a:rPr lang="en-US" smtClean="0"/>
              <a:pPr/>
              <a:t>2</a:t>
            </a:fld>
            <a:endParaRPr lang="en-US" dirty="0"/>
          </a:p>
        </p:txBody>
      </p:sp>
    </p:spTree>
    <p:extLst>
      <p:ext uri="{BB962C8B-B14F-4D97-AF65-F5344CB8AC3E}">
        <p14:creationId xmlns:p14="http://schemas.microsoft.com/office/powerpoint/2010/main" val="1842310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6BE02D-20C0-F840-AFAC-BEA99C74FDC2}" type="slidenum">
              <a:rPr lang="en-US" smtClean="0"/>
              <a:pPr/>
              <a:t>3</a:t>
            </a:fld>
            <a:endParaRPr lang="en-US" dirty="0"/>
          </a:p>
        </p:txBody>
      </p:sp>
    </p:spTree>
    <p:extLst>
      <p:ext uri="{BB962C8B-B14F-4D97-AF65-F5344CB8AC3E}">
        <p14:creationId xmlns:p14="http://schemas.microsoft.com/office/powerpoint/2010/main" val="35714029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2CCAF63-8D93-05B1-9BE8-13DBB600B5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8E3B8A55-063C-BADA-11C8-0CBD4A5BFD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5D248F03-36EF-378D-8473-73BB835BE4E6}"/>
              </a:ext>
            </a:extLst>
          </p:cNvPr>
          <p:cNvSpPr>
            <a:spLocks noGrp="1"/>
          </p:cNvSpPr>
          <p:nvPr>
            <p:ph type="body" idx="1"/>
          </p:nvPr>
        </p:nvSpPr>
        <p:spPr/>
        <p:txBody>
          <a:bodyPr/>
          <a:lstStyle/>
          <a:p>
            <a:endParaRPr lang="en-US" sz="6000"/>
          </a:p>
        </p:txBody>
      </p:sp>
      <p:sp>
        <p:nvSpPr>
          <p:cNvPr id="4" name="Slide Number Placeholder 3">
            <a:extLst>
              <a:ext uri="{FF2B5EF4-FFF2-40B4-BE49-F238E27FC236}">
                <a16:creationId xmlns:a16="http://schemas.microsoft.com/office/drawing/2014/main" xmlns="" id="{6496DC76-0E6C-9EB6-87CC-CC85F6EC3A3B}"/>
              </a:ext>
            </a:extLst>
          </p:cNvPr>
          <p:cNvSpPr>
            <a:spLocks noGrp="1"/>
          </p:cNvSpPr>
          <p:nvPr>
            <p:ph type="sldNum" sz="quarter" idx="5"/>
          </p:nvPr>
        </p:nvSpPr>
        <p:spPr/>
        <p:txBody>
          <a:bodyPr/>
          <a:lstStyle/>
          <a:p>
            <a:fld id="{006BE02D-20C0-F840-AFAC-BEA99C74FDC2}" type="slidenum">
              <a:rPr lang="en-US" smtClean="0"/>
              <a:pPr/>
              <a:t>4</a:t>
            </a:fld>
            <a:endParaRPr lang="en-US" dirty="0"/>
          </a:p>
        </p:txBody>
      </p:sp>
    </p:spTree>
    <p:extLst>
      <p:ext uri="{BB962C8B-B14F-4D97-AF65-F5344CB8AC3E}">
        <p14:creationId xmlns:p14="http://schemas.microsoft.com/office/powerpoint/2010/main" val="2805621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6BE02D-20C0-F840-AFAC-BEA99C74FDC2}" type="slidenum">
              <a:rPr lang="en-US" smtClean="0"/>
              <a:pPr/>
              <a:t>5</a:t>
            </a:fld>
            <a:endParaRPr lang="en-US" dirty="0"/>
          </a:p>
        </p:txBody>
      </p:sp>
    </p:spTree>
    <p:extLst>
      <p:ext uri="{BB962C8B-B14F-4D97-AF65-F5344CB8AC3E}">
        <p14:creationId xmlns:p14="http://schemas.microsoft.com/office/powerpoint/2010/main" val="2769828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DD67FDE-20FF-A667-D89C-14BAC47A5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E74A920E-0A75-CDAA-3DE4-36B4C5C987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6277C1A-9AB8-B041-83C5-6DD20E04B839}"/>
              </a:ext>
            </a:extLst>
          </p:cNvPr>
          <p:cNvSpPr>
            <a:spLocks noGrp="1"/>
          </p:cNvSpPr>
          <p:nvPr>
            <p:ph type="body" idx="1"/>
          </p:nvPr>
        </p:nvSpPr>
        <p:spPr/>
        <p:txBody>
          <a:bodyPr/>
          <a:lstStyle/>
          <a:p>
            <a:endParaRPr lang="en-US" sz="6000"/>
          </a:p>
        </p:txBody>
      </p:sp>
      <p:sp>
        <p:nvSpPr>
          <p:cNvPr id="4" name="Slide Number Placeholder 3">
            <a:extLst>
              <a:ext uri="{FF2B5EF4-FFF2-40B4-BE49-F238E27FC236}">
                <a16:creationId xmlns:a16="http://schemas.microsoft.com/office/drawing/2014/main" xmlns="" id="{4D642C00-2539-DFEA-59F4-473401C86839}"/>
              </a:ext>
            </a:extLst>
          </p:cNvPr>
          <p:cNvSpPr>
            <a:spLocks noGrp="1"/>
          </p:cNvSpPr>
          <p:nvPr>
            <p:ph type="sldNum" sz="quarter" idx="5"/>
          </p:nvPr>
        </p:nvSpPr>
        <p:spPr/>
        <p:txBody>
          <a:bodyPr/>
          <a:lstStyle/>
          <a:p>
            <a:fld id="{006BE02D-20C0-F840-AFAC-BEA99C74FDC2}" type="slidenum">
              <a:rPr lang="en-US" smtClean="0"/>
              <a:pPr/>
              <a:t>6</a:t>
            </a:fld>
            <a:endParaRPr lang="en-US" dirty="0"/>
          </a:p>
        </p:txBody>
      </p:sp>
    </p:spTree>
    <p:extLst>
      <p:ext uri="{BB962C8B-B14F-4D97-AF65-F5344CB8AC3E}">
        <p14:creationId xmlns:p14="http://schemas.microsoft.com/office/powerpoint/2010/main" val="2968431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EE125CD-A1D8-6EB9-2ECB-D45FE9603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80E5168F-820A-20F4-0761-B684549E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9E330CB6-AE1E-1541-02DD-3B877A694F77}"/>
              </a:ext>
            </a:extLst>
          </p:cNvPr>
          <p:cNvSpPr>
            <a:spLocks noGrp="1"/>
          </p:cNvSpPr>
          <p:nvPr>
            <p:ph type="body" idx="1"/>
          </p:nvPr>
        </p:nvSpPr>
        <p:spPr/>
        <p:txBody>
          <a:bodyPr/>
          <a:lstStyle/>
          <a:p>
            <a:endParaRPr lang="en-US" sz="6000"/>
          </a:p>
        </p:txBody>
      </p:sp>
      <p:sp>
        <p:nvSpPr>
          <p:cNvPr id="4" name="Slide Number Placeholder 3">
            <a:extLst>
              <a:ext uri="{FF2B5EF4-FFF2-40B4-BE49-F238E27FC236}">
                <a16:creationId xmlns:a16="http://schemas.microsoft.com/office/drawing/2014/main" xmlns="" id="{3D87510F-A57D-DA3E-4037-299080177A2B}"/>
              </a:ext>
            </a:extLst>
          </p:cNvPr>
          <p:cNvSpPr>
            <a:spLocks noGrp="1"/>
          </p:cNvSpPr>
          <p:nvPr>
            <p:ph type="sldNum" sz="quarter" idx="5"/>
          </p:nvPr>
        </p:nvSpPr>
        <p:spPr/>
        <p:txBody>
          <a:bodyPr/>
          <a:lstStyle/>
          <a:p>
            <a:fld id="{006BE02D-20C0-F840-AFAC-BEA99C74FDC2}" type="slidenum">
              <a:rPr lang="en-US" smtClean="0"/>
              <a:pPr/>
              <a:t>7</a:t>
            </a:fld>
            <a:endParaRPr lang="en-US" dirty="0"/>
          </a:p>
        </p:txBody>
      </p:sp>
    </p:spTree>
    <p:extLst>
      <p:ext uri="{BB962C8B-B14F-4D97-AF65-F5344CB8AC3E}">
        <p14:creationId xmlns:p14="http://schemas.microsoft.com/office/powerpoint/2010/main" val="2362424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6BE02D-20C0-F840-AFAC-BEA99C74FDC2}" type="slidenum">
              <a:rPr lang="en-US" smtClean="0"/>
              <a:pPr/>
              <a:t>8</a:t>
            </a:fld>
            <a:endParaRPr lang="en-US" dirty="0"/>
          </a:p>
        </p:txBody>
      </p:sp>
    </p:spTree>
    <p:extLst>
      <p:ext uri="{BB962C8B-B14F-4D97-AF65-F5344CB8AC3E}">
        <p14:creationId xmlns:p14="http://schemas.microsoft.com/office/powerpoint/2010/main" val="1160068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2CCAF63-8D93-05B1-9BE8-13DBB600B5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8E3B8A55-063C-BADA-11C8-0CBD4A5BFD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5D248F03-36EF-378D-8473-73BB835BE4E6}"/>
              </a:ext>
            </a:extLst>
          </p:cNvPr>
          <p:cNvSpPr>
            <a:spLocks noGrp="1"/>
          </p:cNvSpPr>
          <p:nvPr>
            <p:ph type="body" idx="1"/>
          </p:nvPr>
        </p:nvSpPr>
        <p:spPr/>
        <p:txBody>
          <a:bodyPr/>
          <a:lstStyle/>
          <a:p>
            <a:endParaRPr lang="en-US" sz="6000"/>
          </a:p>
        </p:txBody>
      </p:sp>
      <p:sp>
        <p:nvSpPr>
          <p:cNvPr id="4" name="Slide Number Placeholder 3">
            <a:extLst>
              <a:ext uri="{FF2B5EF4-FFF2-40B4-BE49-F238E27FC236}">
                <a16:creationId xmlns:a16="http://schemas.microsoft.com/office/drawing/2014/main" xmlns="" id="{6496DC76-0E6C-9EB6-87CC-CC85F6EC3A3B}"/>
              </a:ext>
            </a:extLst>
          </p:cNvPr>
          <p:cNvSpPr>
            <a:spLocks noGrp="1"/>
          </p:cNvSpPr>
          <p:nvPr>
            <p:ph type="sldNum" sz="quarter" idx="5"/>
          </p:nvPr>
        </p:nvSpPr>
        <p:spPr/>
        <p:txBody>
          <a:bodyPr/>
          <a:lstStyle/>
          <a:p>
            <a:fld id="{006BE02D-20C0-F840-AFAC-BEA99C74FDC2}" type="slidenum">
              <a:rPr lang="en-US" smtClean="0"/>
              <a:pPr/>
              <a:t>9</a:t>
            </a:fld>
            <a:endParaRPr lang="en-US" dirty="0"/>
          </a:p>
        </p:txBody>
      </p:sp>
    </p:spTree>
    <p:extLst>
      <p:ext uri="{BB962C8B-B14F-4D97-AF65-F5344CB8AC3E}">
        <p14:creationId xmlns:p14="http://schemas.microsoft.com/office/powerpoint/2010/main" val="683037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2CCAF63-8D93-05B1-9BE8-13DBB600B5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8E3B8A55-063C-BADA-11C8-0CBD4A5BFD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5D248F03-36EF-378D-8473-73BB835BE4E6}"/>
              </a:ext>
            </a:extLst>
          </p:cNvPr>
          <p:cNvSpPr>
            <a:spLocks noGrp="1"/>
          </p:cNvSpPr>
          <p:nvPr>
            <p:ph type="body" idx="1"/>
          </p:nvPr>
        </p:nvSpPr>
        <p:spPr/>
        <p:txBody>
          <a:bodyPr/>
          <a:lstStyle/>
          <a:p>
            <a:endParaRPr lang="en-US" sz="6000"/>
          </a:p>
        </p:txBody>
      </p:sp>
      <p:sp>
        <p:nvSpPr>
          <p:cNvPr id="4" name="Slide Number Placeholder 3">
            <a:extLst>
              <a:ext uri="{FF2B5EF4-FFF2-40B4-BE49-F238E27FC236}">
                <a16:creationId xmlns:a16="http://schemas.microsoft.com/office/drawing/2014/main" xmlns="" id="{6496DC76-0E6C-9EB6-87CC-CC85F6EC3A3B}"/>
              </a:ext>
            </a:extLst>
          </p:cNvPr>
          <p:cNvSpPr>
            <a:spLocks noGrp="1"/>
          </p:cNvSpPr>
          <p:nvPr>
            <p:ph type="sldNum" sz="quarter" idx="5"/>
          </p:nvPr>
        </p:nvSpPr>
        <p:spPr/>
        <p:txBody>
          <a:bodyPr/>
          <a:lstStyle/>
          <a:p>
            <a:fld id="{006BE02D-20C0-F840-AFAC-BEA99C74FDC2}" type="slidenum">
              <a:rPr lang="en-US" smtClean="0"/>
              <a:pPr/>
              <a:t>10</a:t>
            </a:fld>
            <a:endParaRPr lang="en-US" dirty="0"/>
          </a:p>
        </p:txBody>
      </p:sp>
    </p:spTree>
    <p:extLst>
      <p:ext uri="{BB962C8B-B14F-4D97-AF65-F5344CB8AC3E}">
        <p14:creationId xmlns:p14="http://schemas.microsoft.com/office/powerpoint/2010/main" val="3821213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4451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lank">
    <p:bg>
      <p:bgPr>
        <a:blipFill dpi="0" rotWithShape="1">
          <a:blip r:embed="rId2" cstate="email">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7794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cstate="email">
            <a:alphaModFix amt="70000"/>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611161" y="6356351"/>
            <a:ext cx="2743379" cy="365125"/>
          </a:xfrm>
          <a:prstGeom prst="rect">
            <a:avLst/>
          </a:prstGeom>
        </p:spPr>
        <p:txBody>
          <a:bodyPr vert="horz" lIns="91440" tIns="45720" rIns="91440" bIns="45720" rtlCol="0" anchor="ctr"/>
          <a:lstStyle>
            <a:defPPr>
              <a:defRPr lang="en-US"/>
            </a:defPPr>
            <a:lvl1pPr marL="0" algn="r" defTabSz="228594" rtl="0" eaLnBrk="1" latinLnBrk="0" hangingPunct="1">
              <a:defRPr sz="1200" b="0" i="0" kern="1200">
                <a:solidFill>
                  <a:schemeClr val="tx1">
                    <a:tint val="75000"/>
                  </a:schemeClr>
                </a:solidFill>
                <a:latin typeface="Roboto" panose="02000000000000000000" pitchFamily="2" charset="0"/>
                <a:ea typeface="+mn-ea"/>
                <a:cs typeface="+mn-cs"/>
              </a:defRPr>
            </a:lvl1pPr>
            <a:lvl2pPr marL="228594" algn="l" defTabSz="228594" rtl="0" eaLnBrk="1" latinLnBrk="0" hangingPunct="1">
              <a:defRPr sz="900" kern="1200">
                <a:solidFill>
                  <a:schemeClr val="tx1"/>
                </a:solidFill>
                <a:latin typeface="+mn-lt"/>
                <a:ea typeface="+mn-ea"/>
                <a:cs typeface="+mn-cs"/>
              </a:defRPr>
            </a:lvl2pPr>
            <a:lvl3pPr marL="457189" algn="l" defTabSz="228594" rtl="0" eaLnBrk="1" latinLnBrk="0" hangingPunct="1">
              <a:defRPr sz="900" kern="1200">
                <a:solidFill>
                  <a:schemeClr val="tx1"/>
                </a:solidFill>
                <a:latin typeface="+mn-lt"/>
                <a:ea typeface="+mn-ea"/>
                <a:cs typeface="+mn-cs"/>
              </a:defRPr>
            </a:lvl3pPr>
            <a:lvl4pPr marL="685783" algn="l" defTabSz="228594" rtl="0" eaLnBrk="1" latinLnBrk="0" hangingPunct="1">
              <a:defRPr sz="900" kern="1200">
                <a:solidFill>
                  <a:schemeClr val="tx1"/>
                </a:solidFill>
                <a:latin typeface="+mn-lt"/>
                <a:ea typeface="+mn-ea"/>
                <a:cs typeface="+mn-cs"/>
              </a:defRPr>
            </a:lvl4pPr>
            <a:lvl5pPr marL="914377" algn="l" defTabSz="228594" rtl="0" eaLnBrk="1" latinLnBrk="0" hangingPunct="1">
              <a:defRPr sz="900" kern="1200">
                <a:solidFill>
                  <a:schemeClr val="tx1"/>
                </a:solidFill>
                <a:latin typeface="+mn-lt"/>
                <a:ea typeface="+mn-ea"/>
                <a:cs typeface="+mn-cs"/>
              </a:defRPr>
            </a:lvl5pPr>
            <a:lvl6pPr marL="1142971" algn="l" defTabSz="228594" rtl="0" eaLnBrk="1" latinLnBrk="0" hangingPunct="1">
              <a:defRPr sz="900" kern="1200">
                <a:solidFill>
                  <a:schemeClr val="tx1"/>
                </a:solidFill>
                <a:latin typeface="+mn-lt"/>
                <a:ea typeface="+mn-ea"/>
                <a:cs typeface="+mn-cs"/>
              </a:defRPr>
            </a:lvl6pPr>
            <a:lvl7pPr marL="1371566" algn="l" defTabSz="228594" rtl="0" eaLnBrk="1" latinLnBrk="0" hangingPunct="1">
              <a:defRPr sz="900" kern="1200">
                <a:solidFill>
                  <a:schemeClr val="tx1"/>
                </a:solidFill>
                <a:latin typeface="+mn-lt"/>
                <a:ea typeface="+mn-ea"/>
                <a:cs typeface="+mn-cs"/>
              </a:defRPr>
            </a:lvl7pPr>
            <a:lvl8pPr marL="1600160" algn="l" defTabSz="228594" rtl="0" eaLnBrk="1" latinLnBrk="0" hangingPunct="1">
              <a:defRPr sz="900" kern="1200">
                <a:solidFill>
                  <a:schemeClr val="tx1"/>
                </a:solidFill>
                <a:latin typeface="+mn-lt"/>
                <a:ea typeface="+mn-ea"/>
                <a:cs typeface="+mn-cs"/>
              </a:defRPr>
            </a:lvl8pPr>
            <a:lvl9pPr marL="1828754" algn="l" defTabSz="228594" rtl="0" eaLnBrk="1" latinLnBrk="0" hangingPunct="1">
              <a:defRPr sz="900" kern="1200">
                <a:solidFill>
                  <a:schemeClr val="tx1"/>
                </a:solidFill>
                <a:latin typeface="+mn-lt"/>
                <a:ea typeface="+mn-ea"/>
                <a:cs typeface="+mn-cs"/>
              </a:defRPr>
            </a:lvl9pPr>
          </a:lstStyle>
          <a:p>
            <a:fld id="{69AFC9D5-D493-4BB9-9550-09FB08DD4DC1}" type="slidenum">
              <a:rPr lang="en-US" smtClean="0"/>
              <a:pPr/>
              <a:t>‹#›</a:t>
            </a:fld>
            <a:endParaRPr lang="en-US"/>
          </a:p>
        </p:txBody>
      </p:sp>
    </p:spTree>
    <p:extLst>
      <p:ext uri="{BB962C8B-B14F-4D97-AF65-F5344CB8AC3E}">
        <p14:creationId xmlns:p14="http://schemas.microsoft.com/office/powerpoint/2010/main" val="1836204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Blank">
    <p:bg>
      <p:bgPr>
        <a:blipFill dpi="0" rotWithShape="1">
          <a:blip r:embed="rId2" cstate="email">
            <a:alphaModFix amt="20000"/>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xmlns="" id="{E9EC1D1B-01AB-48D4-A407-C3E55BC83F11}"/>
              </a:ext>
            </a:extLst>
          </p:cNvPr>
          <p:cNvGrpSpPr/>
          <p:nvPr userDrawn="1"/>
        </p:nvGrpSpPr>
        <p:grpSpPr>
          <a:xfrm>
            <a:off x="817655" y="2044309"/>
            <a:ext cx="2033588" cy="2033587"/>
            <a:chOff x="922527" y="1355086"/>
            <a:chExt cx="2033588" cy="2033587"/>
          </a:xfrm>
        </p:grpSpPr>
        <p:grpSp>
          <p:nvGrpSpPr>
            <p:cNvPr id="13" name="Google Shape;313;p22">
              <a:extLst>
                <a:ext uri="{FF2B5EF4-FFF2-40B4-BE49-F238E27FC236}">
                  <a16:creationId xmlns:a16="http://schemas.microsoft.com/office/drawing/2014/main" xmlns="" id="{51C51F34-BA4D-46D8-821D-0F91EB04E08F}"/>
                </a:ext>
              </a:extLst>
            </p:cNvPr>
            <p:cNvGrpSpPr>
              <a:grpSpLocks/>
            </p:cNvGrpSpPr>
            <p:nvPr/>
          </p:nvGrpSpPr>
          <p:grpSpPr bwMode="auto">
            <a:xfrm>
              <a:off x="922527" y="1355086"/>
              <a:ext cx="2033588" cy="2033587"/>
              <a:chOff x="-1266371" y="4076700"/>
              <a:chExt cx="4165600" cy="4165600"/>
            </a:xfrm>
          </p:grpSpPr>
          <p:sp>
            <p:nvSpPr>
              <p:cNvPr id="15" name="Google Shape;314;p22">
                <a:extLst>
                  <a:ext uri="{FF2B5EF4-FFF2-40B4-BE49-F238E27FC236}">
                    <a16:creationId xmlns:a16="http://schemas.microsoft.com/office/drawing/2014/main" xmlns="" id="{566B4114-279C-4BBD-B916-C6B46363CEC5}"/>
                  </a:ext>
                </a:extLst>
              </p:cNvPr>
              <p:cNvSpPr>
                <a:spLocks noChangeArrowheads="1"/>
              </p:cNvSpPr>
              <p:nvPr/>
            </p:nvSpPr>
            <p:spPr bwMode="auto">
              <a:xfrm>
                <a:off x="-1025072" y="4317999"/>
                <a:ext cx="3682999" cy="3683001"/>
              </a:xfrm>
              <a:prstGeom prst="ellipse">
                <a:avLst/>
              </a:prstGeom>
              <a:solidFill>
                <a:srgbClr val="EE003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endParaRPr lang="vi-VN" altLang="vi-VN" sz="1400" b="0" i="0">
                  <a:solidFill>
                    <a:srgbClr val="FFFFFF"/>
                  </a:solidFill>
                  <a:latin typeface="Roboto" panose="02000000000000000000" pitchFamily="2" charset="0"/>
                  <a:ea typeface="Century Gothic" panose="020B0502020202020204" pitchFamily="34" charset="0"/>
                  <a:cs typeface="Sarabun" pitchFamily="2" charset="-34"/>
                  <a:sym typeface="Century Gothic" panose="020B0502020202020204" pitchFamily="34" charset="0"/>
                </a:endParaRPr>
              </a:p>
            </p:txBody>
          </p:sp>
          <p:grpSp>
            <p:nvGrpSpPr>
              <p:cNvPr id="16" name="Google Shape;315;p22">
                <a:extLst>
                  <a:ext uri="{FF2B5EF4-FFF2-40B4-BE49-F238E27FC236}">
                    <a16:creationId xmlns:a16="http://schemas.microsoft.com/office/drawing/2014/main" xmlns="" id="{51357212-CA5A-4A44-B577-D392B872957B}"/>
                  </a:ext>
                </a:extLst>
              </p:cNvPr>
              <p:cNvGrpSpPr>
                <a:grpSpLocks/>
              </p:cNvGrpSpPr>
              <p:nvPr/>
            </p:nvGrpSpPr>
            <p:grpSpPr bwMode="auto">
              <a:xfrm>
                <a:off x="-1266371" y="4076700"/>
                <a:ext cx="4165600" cy="4165600"/>
                <a:chOff x="-1266371" y="4076700"/>
                <a:chExt cx="4165600" cy="4165600"/>
              </a:xfrm>
            </p:grpSpPr>
            <p:sp>
              <p:nvSpPr>
                <p:cNvPr id="17" name="Google Shape;316;p22">
                  <a:extLst>
                    <a:ext uri="{FF2B5EF4-FFF2-40B4-BE49-F238E27FC236}">
                      <a16:creationId xmlns:a16="http://schemas.microsoft.com/office/drawing/2014/main" xmlns="" id="{99529418-A8EF-4D9A-B2BE-621E7B4836CA}"/>
                    </a:ext>
                  </a:extLst>
                </p:cNvPr>
                <p:cNvSpPr>
                  <a:spLocks noChangeArrowheads="1"/>
                </p:cNvSpPr>
                <p:nvPr/>
              </p:nvSpPr>
              <p:spPr bwMode="auto">
                <a:xfrm>
                  <a:off x="2697616" y="5348316"/>
                  <a:ext cx="161925" cy="161925"/>
                </a:xfrm>
                <a:prstGeom prst="ellipse">
                  <a:avLst/>
                </a:prstGeom>
                <a:solidFill>
                  <a:srgbClr val="EE003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endParaRPr lang="vi-VN" altLang="vi-VN" sz="1400" b="0" i="0">
                    <a:solidFill>
                      <a:srgbClr val="FFFFFF"/>
                    </a:solidFill>
                    <a:latin typeface="Roboto" panose="02000000000000000000" pitchFamily="2" charset="0"/>
                    <a:ea typeface="Century Gothic" panose="020B0502020202020204" pitchFamily="34" charset="0"/>
                    <a:cs typeface="Sarabun" pitchFamily="2" charset="-34"/>
                    <a:sym typeface="Century Gothic" panose="020B0502020202020204" pitchFamily="34" charset="0"/>
                  </a:endParaRPr>
                </a:p>
              </p:txBody>
            </p:sp>
            <p:sp>
              <p:nvSpPr>
                <p:cNvPr id="18" name="Google Shape;317;p22">
                  <a:extLst>
                    <a:ext uri="{FF2B5EF4-FFF2-40B4-BE49-F238E27FC236}">
                      <a16:creationId xmlns:a16="http://schemas.microsoft.com/office/drawing/2014/main" xmlns="" id="{1B093729-C6C6-4EF0-B6BF-43642E85407B}"/>
                    </a:ext>
                  </a:extLst>
                </p:cNvPr>
                <p:cNvSpPr>
                  <a:spLocks noChangeArrowheads="1"/>
                </p:cNvSpPr>
                <p:nvPr/>
              </p:nvSpPr>
              <p:spPr bwMode="auto">
                <a:xfrm>
                  <a:off x="-1266371" y="4076700"/>
                  <a:ext cx="4165600" cy="4165600"/>
                </a:xfrm>
                <a:prstGeom prst="ellipse">
                  <a:avLst/>
                </a:prstGeom>
                <a:noFill/>
                <a:ln w="12700">
                  <a:solidFill>
                    <a:srgbClr val="EE003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endParaRPr lang="vi-VN" altLang="vi-VN" sz="1400" b="0" i="0">
                    <a:solidFill>
                      <a:srgbClr val="FFFFFF"/>
                    </a:solidFill>
                    <a:latin typeface="Roboto" panose="02000000000000000000" pitchFamily="2" charset="0"/>
                    <a:ea typeface="Century Gothic" panose="020B0502020202020204" pitchFamily="34" charset="0"/>
                    <a:cs typeface="Sarabun" pitchFamily="2" charset="-34"/>
                    <a:sym typeface="Century Gothic" panose="020B0502020202020204" pitchFamily="34" charset="0"/>
                  </a:endParaRPr>
                </a:p>
              </p:txBody>
            </p:sp>
            <p:sp>
              <p:nvSpPr>
                <p:cNvPr id="19" name="Google Shape;318;p22">
                  <a:extLst>
                    <a:ext uri="{FF2B5EF4-FFF2-40B4-BE49-F238E27FC236}">
                      <a16:creationId xmlns:a16="http://schemas.microsoft.com/office/drawing/2014/main" xmlns="" id="{A041D6BE-0ADD-433B-A383-701C4850BF7A}"/>
                    </a:ext>
                  </a:extLst>
                </p:cNvPr>
                <p:cNvSpPr>
                  <a:spLocks noChangeArrowheads="1"/>
                </p:cNvSpPr>
                <p:nvPr/>
              </p:nvSpPr>
              <p:spPr bwMode="auto">
                <a:xfrm>
                  <a:off x="-920228" y="7346082"/>
                  <a:ext cx="161925" cy="161925"/>
                </a:xfrm>
                <a:prstGeom prst="ellipse">
                  <a:avLst/>
                </a:prstGeom>
                <a:solidFill>
                  <a:srgbClr val="EE003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endParaRPr lang="vi-VN" altLang="vi-VN" sz="1400" b="0" i="0">
                    <a:solidFill>
                      <a:srgbClr val="FFFFFF"/>
                    </a:solidFill>
                    <a:latin typeface="Roboto" panose="02000000000000000000" pitchFamily="2" charset="0"/>
                    <a:ea typeface="Century Gothic" panose="020B0502020202020204" pitchFamily="34" charset="0"/>
                    <a:cs typeface="Sarabun" pitchFamily="2" charset="-34"/>
                    <a:sym typeface="Century Gothic" panose="020B0502020202020204" pitchFamily="34" charset="0"/>
                  </a:endParaRPr>
                </a:p>
              </p:txBody>
            </p:sp>
          </p:grpSp>
        </p:grpSp>
        <p:sp>
          <p:nvSpPr>
            <p:cNvPr id="14" name="Google Shape;319;p22">
              <a:extLst>
                <a:ext uri="{FF2B5EF4-FFF2-40B4-BE49-F238E27FC236}">
                  <a16:creationId xmlns:a16="http://schemas.microsoft.com/office/drawing/2014/main" xmlns="" id="{66DED8D5-A142-4C8D-95DB-1C88567C2732}"/>
                </a:ext>
              </a:extLst>
            </p:cNvPr>
            <p:cNvSpPr txBox="1">
              <a:spLocks noChangeArrowheads="1"/>
            </p:cNvSpPr>
            <p:nvPr/>
          </p:nvSpPr>
          <p:spPr bwMode="auto">
            <a:xfrm>
              <a:off x="1317732" y="1790223"/>
              <a:ext cx="136683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75" tIns="34275" rIns="68575" bIns="34275"/>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en-US" altLang="vi-VN" sz="1600" b="0" i="0">
                  <a:solidFill>
                    <a:srgbClr val="FFFFFF"/>
                  </a:solidFill>
                  <a:latin typeface="Roboto" panose="02000000000000000000" pitchFamily="2" charset="0"/>
                  <a:ea typeface="Tahoma" panose="020B0604030504040204" pitchFamily="34" charset="0"/>
                  <a:cs typeface="Sarabun" pitchFamily="2" charset="-34"/>
                  <a:sym typeface="Century Gothic" panose="020B0502020202020204" pitchFamily="34" charset="0"/>
                </a:rPr>
                <a:t>PHẦN</a:t>
              </a:r>
              <a:endParaRPr lang="vi-VN" altLang="vi-VN" sz="1600" b="0" i="0">
                <a:solidFill>
                  <a:srgbClr val="FFFFFF"/>
                </a:solidFill>
                <a:latin typeface="Roboto" panose="02000000000000000000" pitchFamily="2" charset="0"/>
                <a:ea typeface="Tahoma" panose="020B0604030504040204" pitchFamily="34" charset="0"/>
                <a:cs typeface="Sarabun" pitchFamily="2" charset="-34"/>
                <a:sym typeface="Century Gothic" panose="020B0502020202020204" pitchFamily="34" charset="0"/>
              </a:endParaRPr>
            </a:p>
          </p:txBody>
        </p:sp>
      </p:grpSp>
      <p:grpSp>
        <p:nvGrpSpPr>
          <p:cNvPr id="20" name="Google Shape;328;p22">
            <a:extLst>
              <a:ext uri="{FF2B5EF4-FFF2-40B4-BE49-F238E27FC236}">
                <a16:creationId xmlns:a16="http://schemas.microsoft.com/office/drawing/2014/main" xmlns="" id="{8D7C825E-99B7-4CD5-B265-3038796BB225}"/>
              </a:ext>
            </a:extLst>
          </p:cNvPr>
          <p:cNvGrpSpPr>
            <a:grpSpLocks/>
          </p:cNvGrpSpPr>
          <p:nvPr userDrawn="1"/>
        </p:nvGrpSpPr>
        <p:grpSpPr bwMode="auto">
          <a:xfrm>
            <a:off x="3089457" y="3006309"/>
            <a:ext cx="7680960" cy="72031"/>
            <a:chOff x="5029200" y="2769580"/>
            <a:chExt cx="5680075" cy="45719"/>
          </a:xfrm>
          <a:solidFill>
            <a:srgbClr val="EE0032"/>
          </a:solidFill>
        </p:grpSpPr>
        <p:sp>
          <p:nvSpPr>
            <p:cNvPr id="21" name="Google Shape;329;p22">
              <a:extLst>
                <a:ext uri="{FF2B5EF4-FFF2-40B4-BE49-F238E27FC236}">
                  <a16:creationId xmlns:a16="http://schemas.microsoft.com/office/drawing/2014/main" xmlns="" id="{B40C0823-8AFF-4A59-9B59-2E12CFD096D8}"/>
                </a:ext>
              </a:extLst>
            </p:cNvPr>
            <p:cNvSpPr>
              <a:spLocks noChangeArrowheads="1"/>
            </p:cNvSpPr>
            <p:nvPr/>
          </p:nvSpPr>
          <p:spPr bwMode="auto">
            <a:xfrm>
              <a:off x="5029200" y="2769580"/>
              <a:ext cx="723900" cy="45719"/>
            </a:xfrm>
            <a:prstGeom prst="rect">
              <a:avLst/>
            </a:prstGeom>
            <a:grpFill/>
            <a:ln w="9525">
              <a:solidFill>
                <a:srgbClr val="EE0032"/>
              </a:solidFill>
              <a:miter lim="800000"/>
              <a:headEnd/>
              <a:tailEnd/>
            </a:ln>
          </p:spPr>
          <p:txBody>
            <a:bodyPr lIns="91425" tIns="45700" rIns="91425" bIns="4570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endParaRPr lang="vi-VN" altLang="vi-VN" sz="1400" b="0" i="0">
                <a:solidFill>
                  <a:srgbClr val="EE0032"/>
                </a:solidFill>
                <a:latin typeface="Roboto" panose="02000000000000000000" pitchFamily="2" charset="0"/>
                <a:ea typeface="Century Gothic" panose="020B0502020202020204" pitchFamily="34" charset="0"/>
                <a:cs typeface="Sarabun" pitchFamily="2" charset="-34"/>
                <a:sym typeface="Century Gothic" panose="020B0502020202020204" pitchFamily="34" charset="0"/>
              </a:endParaRPr>
            </a:p>
          </p:txBody>
        </p:sp>
        <p:cxnSp>
          <p:nvCxnSpPr>
            <p:cNvPr id="22" name="Google Shape;330;p22">
              <a:extLst>
                <a:ext uri="{FF2B5EF4-FFF2-40B4-BE49-F238E27FC236}">
                  <a16:creationId xmlns:a16="http://schemas.microsoft.com/office/drawing/2014/main" xmlns="" id="{7EC9DC2E-844F-47B8-AD10-BEC1409F0502}"/>
                </a:ext>
              </a:extLst>
            </p:cNvPr>
            <p:cNvCxnSpPr>
              <a:cxnSpLocks noChangeShapeType="1"/>
            </p:cNvCxnSpPr>
            <p:nvPr/>
          </p:nvCxnSpPr>
          <p:spPr bwMode="auto">
            <a:xfrm>
              <a:off x="5711825" y="2792439"/>
              <a:ext cx="4997450" cy="0"/>
            </a:xfrm>
            <a:prstGeom prst="straightConnector1">
              <a:avLst/>
            </a:prstGeom>
            <a:grpFill/>
            <a:ln w="9525">
              <a:solidFill>
                <a:srgbClr val="EE0032"/>
              </a:solidFill>
              <a:miter lim="800000"/>
              <a:headEnd type="none" w="sm" len="sm"/>
              <a:tailEnd type="none" w="sm" len="sm"/>
            </a:ln>
          </p:spPr>
        </p:cxnSp>
      </p:grpSp>
      <p:pic>
        <p:nvPicPr>
          <p:cNvPr id="3" name="Picture 2">
            <a:extLst>
              <a:ext uri="{FF2B5EF4-FFF2-40B4-BE49-F238E27FC236}">
                <a16:creationId xmlns:a16="http://schemas.microsoft.com/office/drawing/2014/main" xmlns="" id="{ECA2781F-82B3-B34F-8983-991628BECFE1}"/>
              </a:ext>
            </a:extLst>
          </p:cNvPr>
          <p:cNvPicPr>
            <a:picLocks noChangeAspect="1"/>
          </p:cNvPicPr>
          <p:nvPr userDrawn="1"/>
        </p:nvPicPr>
        <p:blipFill rotWithShape="1">
          <a:blip r:embed="rId3" cstate="email">
            <a:extLst>
              <a:ext uri="{28A0092B-C50C-407E-A947-70E740481C1C}">
                <a14:useLocalDpi xmlns:a14="http://schemas.microsoft.com/office/drawing/2010/main" val="0"/>
              </a:ext>
            </a:extLst>
          </a:blip>
          <a:srcRect b="3365"/>
          <a:stretch>
            <a:fillRect/>
          </a:stretch>
        </p:blipFill>
        <p:spPr>
          <a:xfrm>
            <a:off x="353773" y="306220"/>
            <a:ext cx="1575684" cy="660987"/>
          </a:xfrm>
          <a:prstGeom prst="rect">
            <a:avLst/>
          </a:prstGeom>
        </p:spPr>
      </p:pic>
    </p:spTree>
    <p:extLst>
      <p:ext uri="{BB962C8B-B14F-4D97-AF65-F5344CB8AC3E}">
        <p14:creationId xmlns:p14="http://schemas.microsoft.com/office/powerpoint/2010/main" val="196243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cstate="email">
            <a:alphaModFix amt="70000"/>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6689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33992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Roboto" panose="02000000000000000000" pitchFamily="2" charset="0"/>
              </a:defRPr>
            </a:lvl1pPr>
          </a:lstStyle>
          <a:p>
            <a:fld id="{03A14A73-8E17-4263-9ADE-0787C17C9E70}" type="datetimeFigureOut">
              <a:rPr lang="en-US" smtClean="0"/>
              <a:pPr/>
              <a:t>6/11/2026</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Roboto" panose="02000000000000000000" pitchFamily="2" charset="0"/>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Roboto" panose="02000000000000000000" pitchFamily="2" charset="0"/>
              </a:defRPr>
            </a:lvl1pPr>
          </a:lstStyle>
          <a:p>
            <a:fld id="{F5AC19B7-A873-4BEE-96DE-1E225D93DB0A}" type="slidenum">
              <a:rPr lang="en-US" smtClean="0"/>
              <a:pPr/>
              <a:t>‹#›</a:t>
            </a:fld>
            <a:endParaRPr lang="en-US"/>
          </a:p>
        </p:txBody>
      </p:sp>
      <p:pic>
        <p:nvPicPr>
          <p:cNvPr id="9" name="Picture 8">
            <a:extLst>
              <a:ext uri="{FF2B5EF4-FFF2-40B4-BE49-F238E27FC236}">
                <a16:creationId xmlns:a16="http://schemas.microsoft.com/office/drawing/2014/main" xmlns="" id="{D9AE30FD-CF21-06D0-4081-D18E35CD1510}"/>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0" y="6137663"/>
            <a:ext cx="12192000" cy="720339"/>
          </a:xfrm>
          <a:prstGeom prst="rect">
            <a:avLst/>
          </a:prstGeom>
        </p:spPr>
      </p:pic>
      <p:sp>
        <p:nvSpPr>
          <p:cNvPr id="10" name="TextBox 9">
            <a:extLst>
              <a:ext uri="{FF2B5EF4-FFF2-40B4-BE49-F238E27FC236}">
                <a16:creationId xmlns:a16="http://schemas.microsoft.com/office/drawing/2014/main" xmlns="" id="{4FEC79D4-0438-5CA1-1228-E81A1EF686AC}"/>
              </a:ext>
            </a:extLst>
          </p:cNvPr>
          <p:cNvSpPr txBox="1"/>
          <p:nvPr userDrawn="1"/>
        </p:nvSpPr>
        <p:spPr>
          <a:xfrm>
            <a:off x="499533" y="6341534"/>
            <a:ext cx="5291667" cy="307777"/>
          </a:xfrm>
          <a:prstGeom prst="rect">
            <a:avLst/>
          </a:prstGeom>
          <a:noFill/>
        </p:spPr>
        <p:txBody>
          <a:bodyPr wrap="square" rtlCol="0">
            <a:spAutoFit/>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GB" sz="1400" b="0" i="0" spc="300">
                <a:solidFill>
                  <a:schemeClr val="bg1">
                    <a:lumMod val="75000"/>
                  </a:schemeClr>
                </a:solidFill>
                <a:effectLst/>
                <a:latin typeface="FS PF BeauSans Pro" panose="02000500000000020004" pitchFamily="2" charset="0"/>
              </a:rPr>
              <a:t>www.</a:t>
            </a:r>
            <a:r>
              <a:rPr lang="en-GB" sz="1400" b="0" i="0" kern="1200" spc="300">
                <a:solidFill>
                  <a:schemeClr val="bg1">
                    <a:lumMod val="75000"/>
                  </a:schemeClr>
                </a:solidFill>
                <a:effectLst/>
                <a:latin typeface="FS PF BeauSans Pro" panose="02000500000000020004" pitchFamily="2" charset="0"/>
                <a:ea typeface="+mn-ea"/>
                <a:cs typeface="+mn-cs"/>
              </a:rPr>
              <a:t>viettelhightech.vn </a:t>
            </a:r>
          </a:p>
        </p:txBody>
      </p:sp>
      <p:pic>
        <p:nvPicPr>
          <p:cNvPr id="11" name="Picture 10">
            <a:extLst>
              <a:ext uri="{FF2B5EF4-FFF2-40B4-BE49-F238E27FC236}">
                <a16:creationId xmlns:a16="http://schemas.microsoft.com/office/drawing/2014/main" xmlns="" id="{1342538B-DB88-8EF9-E01E-066B79ACD3C4}"/>
              </a:ext>
            </a:extLst>
          </p:cNvPr>
          <p:cNvPicPr>
            <a:picLocks noChangeAspect="1"/>
          </p:cNvPicPr>
          <p:nvPr userDrawn="1"/>
        </p:nvPicPr>
        <p:blipFill rotWithShape="1">
          <a:blip r:embed="rId4" cstate="email">
            <a:extLst>
              <a:ext uri="{28A0092B-C50C-407E-A947-70E740481C1C}">
                <a14:useLocalDpi xmlns:a14="http://schemas.microsoft.com/office/drawing/2010/main" val="0"/>
              </a:ext>
            </a:extLst>
          </a:blip>
          <a:srcRect b="1363"/>
          <a:stretch>
            <a:fillRect/>
          </a:stretch>
        </p:blipFill>
        <p:spPr>
          <a:xfrm>
            <a:off x="10315543" y="6246857"/>
            <a:ext cx="1161029" cy="497129"/>
          </a:xfrm>
          <a:prstGeom prst="rect">
            <a:avLst/>
          </a:prstGeom>
        </p:spPr>
      </p:pic>
      <p:sp>
        <p:nvSpPr>
          <p:cNvPr id="12" name="Slide Number Placeholder 5">
            <a:extLst>
              <a:ext uri="{FF2B5EF4-FFF2-40B4-BE49-F238E27FC236}">
                <a16:creationId xmlns:a16="http://schemas.microsoft.com/office/drawing/2014/main" xmlns="" id="{079404BC-E948-7742-A1B3-1E5F2515263C}"/>
              </a:ext>
            </a:extLst>
          </p:cNvPr>
          <p:cNvSpPr txBox="1">
            <a:spLocks/>
          </p:cNvSpPr>
          <p:nvPr userDrawn="1"/>
        </p:nvSpPr>
        <p:spPr>
          <a:xfrm>
            <a:off x="6654291" y="6387700"/>
            <a:ext cx="2743200" cy="261611"/>
          </a:xfrm>
          <a:prstGeom prst="rect">
            <a:avLst/>
          </a:prstGeom>
        </p:spPr>
        <p:txBody>
          <a:bodyPr anchor="ctr"/>
          <a:lstStyle>
            <a:defPPr>
              <a:defRPr lang="en-US"/>
            </a:defPPr>
            <a:lvl1pPr marL="0" algn="l" defTabSz="1828434" rtl="0" eaLnBrk="1" latinLnBrk="0" hangingPunct="1">
              <a:defRPr sz="3600" kern="1200">
                <a:solidFill>
                  <a:schemeClr val="tx1"/>
                </a:solidFill>
                <a:latin typeface="+mn-lt"/>
                <a:ea typeface="+mn-ea"/>
                <a:cs typeface="+mn-cs"/>
              </a:defRPr>
            </a:lvl1pPr>
            <a:lvl2pPr marL="914217" algn="l" defTabSz="1828434" rtl="0" eaLnBrk="1" latinLnBrk="0" hangingPunct="1">
              <a:defRPr sz="3600" kern="1200">
                <a:solidFill>
                  <a:schemeClr val="tx1"/>
                </a:solidFill>
                <a:latin typeface="+mn-lt"/>
                <a:ea typeface="+mn-ea"/>
                <a:cs typeface="+mn-cs"/>
              </a:defRPr>
            </a:lvl2pPr>
            <a:lvl3pPr marL="1828434" algn="l" defTabSz="1828434" rtl="0" eaLnBrk="1" latinLnBrk="0" hangingPunct="1">
              <a:defRPr sz="3600" kern="1200">
                <a:solidFill>
                  <a:schemeClr val="tx1"/>
                </a:solidFill>
                <a:latin typeface="+mn-lt"/>
                <a:ea typeface="+mn-ea"/>
                <a:cs typeface="+mn-cs"/>
              </a:defRPr>
            </a:lvl3pPr>
            <a:lvl4pPr marL="2742651" algn="l" defTabSz="1828434" rtl="0" eaLnBrk="1" latinLnBrk="0" hangingPunct="1">
              <a:defRPr sz="3600" kern="1200">
                <a:solidFill>
                  <a:schemeClr val="tx1"/>
                </a:solidFill>
                <a:latin typeface="+mn-lt"/>
                <a:ea typeface="+mn-ea"/>
                <a:cs typeface="+mn-cs"/>
              </a:defRPr>
            </a:lvl4pPr>
            <a:lvl5pPr marL="3656868" algn="l" defTabSz="1828434" rtl="0" eaLnBrk="1" latinLnBrk="0" hangingPunct="1">
              <a:defRPr sz="3600" kern="1200">
                <a:solidFill>
                  <a:schemeClr val="tx1"/>
                </a:solidFill>
                <a:latin typeface="+mn-lt"/>
                <a:ea typeface="+mn-ea"/>
                <a:cs typeface="+mn-cs"/>
              </a:defRPr>
            </a:lvl5pPr>
            <a:lvl6pPr marL="4571086" algn="l" defTabSz="1828434" rtl="0" eaLnBrk="1" latinLnBrk="0" hangingPunct="1">
              <a:defRPr sz="3600" kern="1200">
                <a:solidFill>
                  <a:schemeClr val="tx1"/>
                </a:solidFill>
                <a:latin typeface="+mn-lt"/>
                <a:ea typeface="+mn-ea"/>
                <a:cs typeface="+mn-cs"/>
              </a:defRPr>
            </a:lvl6pPr>
            <a:lvl7pPr marL="5485303" algn="l" defTabSz="1828434" rtl="0" eaLnBrk="1" latinLnBrk="0" hangingPunct="1">
              <a:defRPr sz="3600" kern="1200">
                <a:solidFill>
                  <a:schemeClr val="tx1"/>
                </a:solidFill>
                <a:latin typeface="+mn-lt"/>
                <a:ea typeface="+mn-ea"/>
                <a:cs typeface="+mn-cs"/>
              </a:defRPr>
            </a:lvl7pPr>
            <a:lvl8pPr marL="6399520" algn="l" defTabSz="1828434" rtl="0" eaLnBrk="1" latinLnBrk="0" hangingPunct="1">
              <a:defRPr sz="3600" kern="1200">
                <a:solidFill>
                  <a:schemeClr val="tx1"/>
                </a:solidFill>
                <a:latin typeface="+mn-lt"/>
                <a:ea typeface="+mn-ea"/>
                <a:cs typeface="+mn-cs"/>
              </a:defRPr>
            </a:lvl8pPr>
            <a:lvl9pPr marL="7313737" algn="l" defTabSz="1828434" rtl="0" eaLnBrk="1" latinLnBrk="0" hangingPunct="1">
              <a:defRPr sz="3600" kern="1200">
                <a:solidFill>
                  <a:schemeClr val="tx1"/>
                </a:solidFill>
                <a:latin typeface="+mn-lt"/>
                <a:ea typeface="+mn-ea"/>
                <a:cs typeface="+mn-cs"/>
              </a:defRPr>
            </a:lvl9pPr>
          </a:lstStyle>
          <a:p>
            <a:pPr algn="r"/>
            <a:fld id="{9A4F5331-B698-864F-BD6B-D3EF9BE9DBF9}" type="slidenum">
              <a:rPr lang="en-US" sz="1400" b="0" i="0" smtClean="0">
                <a:solidFill>
                  <a:schemeClr val="bg1">
                    <a:lumMod val="75000"/>
                  </a:schemeClr>
                </a:solidFill>
                <a:latin typeface="Roboto" panose="02000000000000000000" pitchFamily="2" charset="0"/>
                <a:cs typeface="Sarabun" pitchFamily="2" charset="-34"/>
              </a:rPr>
              <a:pPr algn="r"/>
              <a:t>‹#›</a:t>
            </a:fld>
            <a:endParaRPr lang="en-US" sz="1400" b="0" i="0">
              <a:solidFill>
                <a:schemeClr val="bg1">
                  <a:lumMod val="75000"/>
                </a:schemeClr>
              </a:solidFill>
              <a:latin typeface="Roboto" panose="02000000000000000000" pitchFamily="2" charset="0"/>
              <a:cs typeface="Sarabun" pitchFamily="2" charset="-34"/>
            </a:endParaRPr>
          </a:p>
        </p:txBody>
      </p:sp>
    </p:spTree>
    <p:extLst>
      <p:ext uri="{BB962C8B-B14F-4D97-AF65-F5344CB8AC3E}">
        <p14:creationId xmlns:p14="http://schemas.microsoft.com/office/powerpoint/2010/main" val="327038996"/>
      </p:ext>
    </p:extLst>
  </p:cSld>
  <p:clrMap bg1="lt1" tx1="dk1" bg2="lt2" tx2="dk2" accent1="accent1" accent2="accent2" accent3="accent3" accent4="accent4" accent5="accent5" accent6="accent6" hlink="hlink" folHlink="folHlink"/>
  <p:sldLayoutIdLst>
    <p:sldLayoutId id="2147483989" r:id="rId1"/>
  </p:sldLayoutIdLst>
  <p:txStyles>
    <p:titleStyle>
      <a:lvl1pPr algn="l" defTabSz="914149" rtl="0" eaLnBrk="1" latinLnBrk="0" hangingPunct="1">
        <a:lnSpc>
          <a:spcPct val="90000"/>
        </a:lnSpc>
        <a:spcBef>
          <a:spcPct val="0"/>
        </a:spcBef>
        <a:buNone/>
        <a:defRPr lang="en-US" sz="3732" kern="1200" dirty="0">
          <a:solidFill>
            <a:srgbClr val="EE0033"/>
          </a:solidFill>
          <a:latin typeface="FS PF BeauSans Pro SemiBold" panose="02000503000000020004" pitchFamily="2" charset="0"/>
          <a:ea typeface="+mn-ea"/>
          <a:cs typeface="+mn-cs"/>
        </a:defRPr>
      </a:lvl1pPr>
    </p:titleStyle>
    <p:bodyStyle>
      <a:lvl1pPr marL="0" marR="0" indent="0" algn="l" defTabSz="914149" rtl="0" eaLnBrk="1" fontAlgn="auto" latinLnBrk="0" hangingPunct="1">
        <a:lnSpc>
          <a:spcPct val="90000"/>
        </a:lnSpc>
        <a:spcBef>
          <a:spcPts val="1000"/>
        </a:spcBef>
        <a:spcAft>
          <a:spcPts val="0"/>
        </a:spcAft>
        <a:buClrTx/>
        <a:buSzTx/>
        <a:buFont typeface="Arial" panose="020B0604020202020204" pitchFamily="34" charset="0"/>
        <a:buNone/>
        <a:tabLst/>
        <a:defRPr lang="en-US" sz="1800" kern="1200" dirty="0">
          <a:solidFill>
            <a:schemeClr val="tx1"/>
          </a:solidFill>
          <a:latin typeface="FS PF BeauSans Pro" panose="02000500000000020004" pitchFamily="2" charset="0"/>
          <a:ea typeface="+mn-ea"/>
          <a:cs typeface="+mn-cs"/>
        </a:defRPr>
      </a:lvl1pPr>
      <a:lvl2pPr marL="685611" indent="-228537" algn="l" defTabSz="914149"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FS PF BeauSans Pro" panose="02000500000000020004" pitchFamily="2" charset="0"/>
          <a:ea typeface="+mn-ea"/>
          <a:cs typeface="+mn-cs"/>
        </a:defRPr>
      </a:lvl2pPr>
      <a:lvl3pPr marL="1142686" indent="-228537" algn="l" defTabSz="914149"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FS PF BeauSans Pro" panose="02000500000000020004" pitchFamily="2" charset="0"/>
          <a:ea typeface="+mn-ea"/>
          <a:cs typeface="+mn-cs"/>
        </a:defRPr>
      </a:lvl3pPr>
      <a:lvl4pPr marL="1599760" indent="-228537" algn="l" defTabSz="914149"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FS PF BeauSans Pro" panose="02000500000000020004" pitchFamily="2" charset="0"/>
          <a:ea typeface="+mn-ea"/>
          <a:cs typeface="+mn-cs"/>
        </a:defRPr>
      </a:lvl4pPr>
      <a:lvl5pPr marL="2056834" indent="-228537" algn="l" defTabSz="914149"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FS PF BeauSans Pro" panose="02000500000000020004" pitchFamily="2" charset="0"/>
          <a:ea typeface="+mn-ea"/>
          <a:cs typeface="+mn-cs"/>
        </a:defRPr>
      </a:lvl5pPr>
      <a:lvl6pPr marL="2513909" indent="-228537" algn="l" defTabSz="9141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983" indent="-228537" algn="l" defTabSz="9141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057" indent="-228537" algn="l" defTabSz="9141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131" indent="-228537" algn="l" defTabSz="9141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149" rtl="0" eaLnBrk="1" latinLnBrk="0" hangingPunct="1">
        <a:defRPr sz="1800" kern="1200">
          <a:solidFill>
            <a:schemeClr val="tx1"/>
          </a:solidFill>
          <a:latin typeface="+mn-lt"/>
          <a:ea typeface="+mn-ea"/>
          <a:cs typeface="+mn-cs"/>
        </a:defRPr>
      </a:lvl1pPr>
      <a:lvl2pPr marL="457074" algn="l" defTabSz="914149" rtl="0" eaLnBrk="1" latinLnBrk="0" hangingPunct="1">
        <a:defRPr sz="1800" kern="1200">
          <a:solidFill>
            <a:schemeClr val="tx1"/>
          </a:solidFill>
          <a:latin typeface="+mn-lt"/>
          <a:ea typeface="+mn-ea"/>
          <a:cs typeface="+mn-cs"/>
        </a:defRPr>
      </a:lvl2pPr>
      <a:lvl3pPr marL="914149" algn="l" defTabSz="914149" rtl="0" eaLnBrk="1" latinLnBrk="0" hangingPunct="1">
        <a:defRPr sz="1800" kern="1200">
          <a:solidFill>
            <a:schemeClr val="tx1"/>
          </a:solidFill>
          <a:latin typeface="+mn-lt"/>
          <a:ea typeface="+mn-ea"/>
          <a:cs typeface="+mn-cs"/>
        </a:defRPr>
      </a:lvl3pPr>
      <a:lvl4pPr marL="1371223" algn="l" defTabSz="914149" rtl="0" eaLnBrk="1" latinLnBrk="0" hangingPunct="1">
        <a:defRPr sz="1800" kern="1200">
          <a:solidFill>
            <a:schemeClr val="tx1"/>
          </a:solidFill>
          <a:latin typeface="+mn-lt"/>
          <a:ea typeface="+mn-ea"/>
          <a:cs typeface="+mn-cs"/>
        </a:defRPr>
      </a:lvl4pPr>
      <a:lvl5pPr marL="1828297" algn="l" defTabSz="914149" rtl="0" eaLnBrk="1" latinLnBrk="0" hangingPunct="1">
        <a:defRPr sz="1800" kern="1200">
          <a:solidFill>
            <a:schemeClr val="tx1"/>
          </a:solidFill>
          <a:latin typeface="+mn-lt"/>
          <a:ea typeface="+mn-ea"/>
          <a:cs typeface="+mn-cs"/>
        </a:defRPr>
      </a:lvl5pPr>
      <a:lvl6pPr marL="2285371" algn="l" defTabSz="914149" rtl="0" eaLnBrk="1" latinLnBrk="0" hangingPunct="1">
        <a:defRPr sz="1800" kern="1200">
          <a:solidFill>
            <a:schemeClr val="tx1"/>
          </a:solidFill>
          <a:latin typeface="+mn-lt"/>
          <a:ea typeface="+mn-ea"/>
          <a:cs typeface="+mn-cs"/>
        </a:defRPr>
      </a:lvl6pPr>
      <a:lvl7pPr marL="2742446" algn="l" defTabSz="914149" rtl="0" eaLnBrk="1" latinLnBrk="0" hangingPunct="1">
        <a:defRPr sz="1800" kern="1200">
          <a:solidFill>
            <a:schemeClr val="tx1"/>
          </a:solidFill>
          <a:latin typeface="+mn-lt"/>
          <a:ea typeface="+mn-ea"/>
          <a:cs typeface="+mn-cs"/>
        </a:defRPr>
      </a:lvl7pPr>
      <a:lvl8pPr marL="3199520" algn="l" defTabSz="914149" rtl="0" eaLnBrk="1" latinLnBrk="0" hangingPunct="1">
        <a:defRPr sz="1800" kern="1200">
          <a:solidFill>
            <a:schemeClr val="tx1"/>
          </a:solidFill>
          <a:latin typeface="+mn-lt"/>
          <a:ea typeface="+mn-ea"/>
          <a:cs typeface="+mn-cs"/>
        </a:defRPr>
      </a:lvl8pPr>
      <a:lvl9pPr marL="3656594" algn="l" defTabSz="914149"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477496"/>
      </p:ext>
    </p:extLst>
  </p:cSld>
  <p:clrMap bg1="lt1" tx1="dk1" bg2="lt2" tx2="dk2" accent1="accent1" accent2="accent2" accent3="accent3" accent4="accent4" accent5="accent5" accent6="accent6" hlink="hlink" folHlink="folHlink"/>
  <p:sldLayoutIdLst>
    <p:sldLayoutId id="2147483993" r:id="rId1"/>
  </p:sldLayoutIdLst>
  <p:txStyles>
    <p:titleStyle>
      <a:lvl1pPr algn="l" defTabSz="914149" rtl="0" eaLnBrk="1" latinLnBrk="0" hangingPunct="1">
        <a:lnSpc>
          <a:spcPct val="90000"/>
        </a:lnSpc>
        <a:spcBef>
          <a:spcPct val="0"/>
        </a:spcBef>
        <a:buNone/>
        <a:defRPr lang="en-US" sz="3732" kern="1200" dirty="0">
          <a:solidFill>
            <a:srgbClr val="EE0033"/>
          </a:solidFill>
          <a:latin typeface="FS PF BeauSans Pro SemiBold" panose="02000503000000020004" pitchFamily="2" charset="0"/>
          <a:ea typeface="+mn-ea"/>
          <a:cs typeface="+mn-cs"/>
        </a:defRPr>
      </a:lvl1pPr>
    </p:titleStyle>
    <p:bodyStyle>
      <a:lvl1pPr marL="0" marR="0" indent="0" algn="l" defTabSz="914149" rtl="0" eaLnBrk="1" fontAlgn="auto" latinLnBrk="0" hangingPunct="1">
        <a:lnSpc>
          <a:spcPct val="90000"/>
        </a:lnSpc>
        <a:spcBef>
          <a:spcPts val="1000"/>
        </a:spcBef>
        <a:spcAft>
          <a:spcPts val="0"/>
        </a:spcAft>
        <a:buClrTx/>
        <a:buSzTx/>
        <a:buFont typeface="Arial" panose="020B0604020202020204" pitchFamily="34" charset="0"/>
        <a:buNone/>
        <a:tabLst/>
        <a:defRPr lang="en-US" sz="1800" kern="1200" dirty="0">
          <a:solidFill>
            <a:schemeClr val="tx1"/>
          </a:solidFill>
          <a:latin typeface="FS PF BeauSans Pro" panose="02000500000000020004" pitchFamily="2" charset="0"/>
          <a:ea typeface="+mn-ea"/>
          <a:cs typeface="+mn-cs"/>
        </a:defRPr>
      </a:lvl1pPr>
      <a:lvl2pPr marL="685611" indent="-228537" algn="l" defTabSz="914149"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FS PF BeauSans Pro" panose="02000500000000020004" pitchFamily="2" charset="0"/>
          <a:ea typeface="+mn-ea"/>
          <a:cs typeface="+mn-cs"/>
        </a:defRPr>
      </a:lvl2pPr>
      <a:lvl3pPr marL="1142686" indent="-228537" algn="l" defTabSz="914149"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FS PF BeauSans Pro" panose="02000500000000020004" pitchFamily="2" charset="0"/>
          <a:ea typeface="+mn-ea"/>
          <a:cs typeface="+mn-cs"/>
        </a:defRPr>
      </a:lvl3pPr>
      <a:lvl4pPr marL="1599760" indent="-228537" algn="l" defTabSz="914149"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FS PF BeauSans Pro" panose="02000500000000020004" pitchFamily="2" charset="0"/>
          <a:ea typeface="+mn-ea"/>
          <a:cs typeface="+mn-cs"/>
        </a:defRPr>
      </a:lvl4pPr>
      <a:lvl5pPr marL="2056834" indent="-228537" algn="l" defTabSz="914149"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FS PF BeauSans Pro" panose="02000500000000020004" pitchFamily="2" charset="0"/>
          <a:ea typeface="+mn-ea"/>
          <a:cs typeface="+mn-cs"/>
        </a:defRPr>
      </a:lvl5pPr>
      <a:lvl6pPr marL="2513909" indent="-228537" algn="l" defTabSz="9141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983" indent="-228537" algn="l" defTabSz="9141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057" indent="-228537" algn="l" defTabSz="9141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131" indent="-228537" algn="l" defTabSz="9141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149" rtl="0" eaLnBrk="1" latinLnBrk="0" hangingPunct="1">
        <a:defRPr sz="1800" kern="1200">
          <a:solidFill>
            <a:schemeClr val="tx1"/>
          </a:solidFill>
          <a:latin typeface="+mn-lt"/>
          <a:ea typeface="+mn-ea"/>
          <a:cs typeface="+mn-cs"/>
        </a:defRPr>
      </a:lvl1pPr>
      <a:lvl2pPr marL="457074" algn="l" defTabSz="914149" rtl="0" eaLnBrk="1" latinLnBrk="0" hangingPunct="1">
        <a:defRPr sz="1800" kern="1200">
          <a:solidFill>
            <a:schemeClr val="tx1"/>
          </a:solidFill>
          <a:latin typeface="+mn-lt"/>
          <a:ea typeface="+mn-ea"/>
          <a:cs typeface="+mn-cs"/>
        </a:defRPr>
      </a:lvl2pPr>
      <a:lvl3pPr marL="914149" algn="l" defTabSz="914149" rtl="0" eaLnBrk="1" latinLnBrk="0" hangingPunct="1">
        <a:defRPr sz="1800" kern="1200">
          <a:solidFill>
            <a:schemeClr val="tx1"/>
          </a:solidFill>
          <a:latin typeface="+mn-lt"/>
          <a:ea typeface="+mn-ea"/>
          <a:cs typeface="+mn-cs"/>
        </a:defRPr>
      </a:lvl3pPr>
      <a:lvl4pPr marL="1371223" algn="l" defTabSz="914149" rtl="0" eaLnBrk="1" latinLnBrk="0" hangingPunct="1">
        <a:defRPr sz="1800" kern="1200">
          <a:solidFill>
            <a:schemeClr val="tx1"/>
          </a:solidFill>
          <a:latin typeface="+mn-lt"/>
          <a:ea typeface="+mn-ea"/>
          <a:cs typeface="+mn-cs"/>
        </a:defRPr>
      </a:lvl4pPr>
      <a:lvl5pPr marL="1828297" algn="l" defTabSz="914149" rtl="0" eaLnBrk="1" latinLnBrk="0" hangingPunct="1">
        <a:defRPr sz="1800" kern="1200">
          <a:solidFill>
            <a:schemeClr val="tx1"/>
          </a:solidFill>
          <a:latin typeface="+mn-lt"/>
          <a:ea typeface="+mn-ea"/>
          <a:cs typeface="+mn-cs"/>
        </a:defRPr>
      </a:lvl5pPr>
      <a:lvl6pPr marL="2285371" algn="l" defTabSz="914149" rtl="0" eaLnBrk="1" latinLnBrk="0" hangingPunct="1">
        <a:defRPr sz="1800" kern="1200">
          <a:solidFill>
            <a:schemeClr val="tx1"/>
          </a:solidFill>
          <a:latin typeface="+mn-lt"/>
          <a:ea typeface="+mn-ea"/>
          <a:cs typeface="+mn-cs"/>
        </a:defRPr>
      </a:lvl6pPr>
      <a:lvl7pPr marL="2742446" algn="l" defTabSz="914149" rtl="0" eaLnBrk="1" latinLnBrk="0" hangingPunct="1">
        <a:defRPr sz="1800" kern="1200">
          <a:solidFill>
            <a:schemeClr val="tx1"/>
          </a:solidFill>
          <a:latin typeface="+mn-lt"/>
          <a:ea typeface="+mn-ea"/>
          <a:cs typeface="+mn-cs"/>
        </a:defRPr>
      </a:lvl7pPr>
      <a:lvl8pPr marL="3199520" algn="l" defTabSz="914149" rtl="0" eaLnBrk="1" latinLnBrk="0" hangingPunct="1">
        <a:defRPr sz="1800" kern="1200">
          <a:solidFill>
            <a:schemeClr val="tx1"/>
          </a:solidFill>
          <a:latin typeface="+mn-lt"/>
          <a:ea typeface="+mn-ea"/>
          <a:cs typeface="+mn-cs"/>
        </a:defRPr>
      </a:lvl8pPr>
      <a:lvl9pPr marL="3656594" algn="l" defTabSz="914149"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4827144"/>
      </p:ext>
    </p:extLst>
  </p:cSld>
  <p:clrMap bg1="lt1" tx1="dk1" bg2="lt2" tx2="dk2" accent1="accent1" accent2="accent2" accent3="accent3" accent4="accent4" accent5="accent5" accent6="accent6" hlink="hlink" folHlink="folHlink"/>
  <p:sldLayoutIdLst>
    <p:sldLayoutId id="2147483995" r:id="rId1"/>
  </p:sldLayoutIdLst>
  <p:txStyles>
    <p:titleStyle>
      <a:lvl1pPr algn="l" defTabSz="914149" rtl="0" eaLnBrk="1" latinLnBrk="0" hangingPunct="1">
        <a:lnSpc>
          <a:spcPct val="90000"/>
        </a:lnSpc>
        <a:spcBef>
          <a:spcPct val="0"/>
        </a:spcBef>
        <a:buNone/>
        <a:defRPr lang="en-US" sz="3732" kern="1200" dirty="0">
          <a:solidFill>
            <a:srgbClr val="EE0033"/>
          </a:solidFill>
          <a:latin typeface="FS PF BeauSans Pro SemiBold" panose="02000503000000020004" pitchFamily="2" charset="0"/>
          <a:ea typeface="+mn-ea"/>
          <a:cs typeface="+mn-cs"/>
        </a:defRPr>
      </a:lvl1pPr>
    </p:titleStyle>
    <p:bodyStyle>
      <a:lvl1pPr marL="0" marR="0" indent="0" algn="l" defTabSz="914149" rtl="0" eaLnBrk="1" fontAlgn="auto" latinLnBrk="0" hangingPunct="1">
        <a:lnSpc>
          <a:spcPct val="90000"/>
        </a:lnSpc>
        <a:spcBef>
          <a:spcPts val="1000"/>
        </a:spcBef>
        <a:spcAft>
          <a:spcPts val="0"/>
        </a:spcAft>
        <a:buClrTx/>
        <a:buSzTx/>
        <a:buFont typeface="Arial" panose="020B0604020202020204" pitchFamily="34" charset="0"/>
        <a:buNone/>
        <a:tabLst/>
        <a:defRPr lang="en-US" sz="1800" kern="1200" dirty="0">
          <a:solidFill>
            <a:schemeClr val="tx1"/>
          </a:solidFill>
          <a:latin typeface="FS PF BeauSans Pro" panose="02000500000000020004" pitchFamily="2" charset="0"/>
          <a:ea typeface="+mn-ea"/>
          <a:cs typeface="+mn-cs"/>
        </a:defRPr>
      </a:lvl1pPr>
      <a:lvl2pPr marL="685611" indent="-228537" algn="l" defTabSz="914149"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FS PF BeauSans Pro" panose="02000500000000020004" pitchFamily="2" charset="0"/>
          <a:ea typeface="+mn-ea"/>
          <a:cs typeface="+mn-cs"/>
        </a:defRPr>
      </a:lvl2pPr>
      <a:lvl3pPr marL="1142686" indent="-228537" algn="l" defTabSz="914149"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FS PF BeauSans Pro" panose="02000500000000020004" pitchFamily="2" charset="0"/>
          <a:ea typeface="+mn-ea"/>
          <a:cs typeface="+mn-cs"/>
        </a:defRPr>
      </a:lvl3pPr>
      <a:lvl4pPr marL="1599760" indent="-228537" algn="l" defTabSz="914149"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FS PF BeauSans Pro" panose="02000500000000020004" pitchFamily="2" charset="0"/>
          <a:ea typeface="+mn-ea"/>
          <a:cs typeface="+mn-cs"/>
        </a:defRPr>
      </a:lvl4pPr>
      <a:lvl5pPr marL="2056834" indent="-228537" algn="l" defTabSz="914149"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FS PF BeauSans Pro" panose="02000500000000020004" pitchFamily="2" charset="0"/>
          <a:ea typeface="+mn-ea"/>
          <a:cs typeface="+mn-cs"/>
        </a:defRPr>
      </a:lvl5pPr>
      <a:lvl6pPr marL="2513909" indent="-228537" algn="l" defTabSz="9141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983" indent="-228537" algn="l" defTabSz="9141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057" indent="-228537" algn="l" defTabSz="9141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131" indent="-228537" algn="l" defTabSz="9141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149" rtl="0" eaLnBrk="1" latinLnBrk="0" hangingPunct="1">
        <a:defRPr sz="1800" kern="1200">
          <a:solidFill>
            <a:schemeClr val="tx1"/>
          </a:solidFill>
          <a:latin typeface="+mn-lt"/>
          <a:ea typeface="+mn-ea"/>
          <a:cs typeface="+mn-cs"/>
        </a:defRPr>
      </a:lvl1pPr>
      <a:lvl2pPr marL="457074" algn="l" defTabSz="914149" rtl="0" eaLnBrk="1" latinLnBrk="0" hangingPunct="1">
        <a:defRPr sz="1800" kern="1200">
          <a:solidFill>
            <a:schemeClr val="tx1"/>
          </a:solidFill>
          <a:latin typeface="+mn-lt"/>
          <a:ea typeface="+mn-ea"/>
          <a:cs typeface="+mn-cs"/>
        </a:defRPr>
      </a:lvl2pPr>
      <a:lvl3pPr marL="914149" algn="l" defTabSz="914149" rtl="0" eaLnBrk="1" latinLnBrk="0" hangingPunct="1">
        <a:defRPr sz="1800" kern="1200">
          <a:solidFill>
            <a:schemeClr val="tx1"/>
          </a:solidFill>
          <a:latin typeface="+mn-lt"/>
          <a:ea typeface="+mn-ea"/>
          <a:cs typeface="+mn-cs"/>
        </a:defRPr>
      </a:lvl3pPr>
      <a:lvl4pPr marL="1371223" algn="l" defTabSz="914149" rtl="0" eaLnBrk="1" latinLnBrk="0" hangingPunct="1">
        <a:defRPr sz="1800" kern="1200">
          <a:solidFill>
            <a:schemeClr val="tx1"/>
          </a:solidFill>
          <a:latin typeface="+mn-lt"/>
          <a:ea typeface="+mn-ea"/>
          <a:cs typeface="+mn-cs"/>
        </a:defRPr>
      </a:lvl4pPr>
      <a:lvl5pPr marL="1828297" algn="l" defTabSz="914149" rtl="0" eaLnBrk="1" latinLnBrk="0" hangingPunct="1">
        <a:defRPr sz="1800" kern="1200">
          <a:solidFill>
            <a:schemeClr val="tx1"/>
          </a:solidFill>
          <a:latin typeface="+mn-lt"/>
          <a:ea typeface="+mn-ea"/>
          <a:cs typeface="+mn-cs"/>
        </a:defRPr>
      </a:lvl5pPr>
      <a:lvl6pPr marL="2285371" algn="l" defTabSz="914149" rtl="0" eaLnBrk="1" latinLnBrk="0" hangingPunct="1">
        <a:defRPr sz="1800" kern="1200">
          <a:solidFill>
            <a:schemeClr val="tx1"/>
          </a:solidFill>
          <a:latin typeface="+mn-lt"/>
          <a:ea typeface="+mn-ea"/>
          <a:cs typeface="+mn-cs"/>
        </a:defRPr>
      </a:lvl6pPr>
      <a:lvl7pPr marL="2742446" algn="l" defTabSz="914149" rtl="0" eaLnBrk="1" latinLnBrk="0" hangingPunct="1">
        <a:defRPr sz="1800" kern="1200">
          <a:solidFill>
            <a:schemeClr val="tx1"/>
          </a:solidFill>
          <a:latin typeface="+mn-lt"/>
          <a:ea typeface="+mn-ea"/>
          <a:cs typeface="+mn-cs"/>
        </a:defRPr>
      </a:lvl7pPr>
      <a:lvl8pPr marL="3199520" algn="l" defTabSz="914149" rtl="0" eaLnBrk="1" latinLnBrk="0" hangingPunct="1">
        <a:defRPr sz="1800" kern="1200">
          <a:solidFill>
            <a:schemeClr val="tx1"/>
          </a:solidFill>
          <a:latin typeface="+mn-lt"/>
          <a:ea typeface="+mn-ea"/>
          <a:cs typeface="+mn-cs"/>
        </a:defRPr>
      </a:lvl8pPr>
      <a:lvl9pPr marL="3656594" algn="l" defTabSz="914149"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3486"/>
      </p:ext>
    </p:extLst>
  </p:cSld>
  <p:clrMap bg1="lt1" tx1="dk1" bg2="lt2" tx2="dk2" accent1="accent1" accent2="accent2" accent3="accent3" accent4="accent4" accent5="accent5" accent6="accent6" hlink="hlink" folHlink="folHlink"/>
  <p:sldLayoutIdLst>
    <p:sldLayoutId id="2147483997" r:id="rId1"/>
  </p:sldLayoutIdLst>
  <p:txStyles>
    <p:titleStyle>
      <a:lvl1pPr algn="l" defTabSz="914149" rtl="0" eaLnBrk="1" latinLnBrk="0" hangingPunct="1">
        <a:lnSpc>
          <a:spcPct val="90000"/>
        </a:lnSpc>
        <a:spcBef>
          <a:spcPct val="0"/>
        </a:spcBef>
        <a:buNone/>
        <a:defRPr lang="en-US" sz="3732" kern="1200" dirty="0">
          <a:solidFill>
            <a:srgbClr val="EE0033"/>
          </a:solidFill>
          <a:latin typeface="FS PF BeauSans Pro SemiBold" panose="02000503000000020004" pitchFamily="2" charset="0"/>
          <a:ea typeface="+mn-ea"/>
          <a:cs typeface="+mn-cs"/>
        </a:defRPr>
      </a:lvl1pPr>
    </p:titleStyle>
    <p:bodyStyle>
      <a:lvl1pPr marL="0" marR="0" indent="0" algn="l" defTabSz="914149" rtl="0" eaLnBrk="1" fontAlgn="auto" latinLnBrk="0" hangingPunct="1">
        <a:lnSpc>
          <a:spcPct val="90000"/>
        </a:lnSpc>
        <a:spcBef>
          <a:spcPts val="1000"/>
        </a:spcBef>
        <a:spcAft>
          <a:spcPts val="0"/>
        </a:spcAft>
        <a:buClrTx/>
        <a:buSzTx/>
        <a:buFont typeface="Arial" panose="020B0604020202020204" pitchFamily="34" charset="0"/>
        <a:buNone/>
        <a:tabLst/>
        <a:defRPr lang="en-US" sz="1800" kern="1200" dirty="0">
          <a:solidFill>
            <a:schemeClr val="tx1"/>
          </a:solidFill>
          <a:latin typeface="FS PF BeauSans Pro" panose="02000500000000020004" pitchFamily="2" charset="0"/>
          <a:ea typeface="+mn-ea"/>
          <a:cs typeface="+mn-cs"/>
        </a:defRPr>
      </a:lvl1pPr>
      <a:lvl2pPr marL="685611" indent="-228537" algn="l" defTabSz="914149"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FS PF BeauSans Pro" panose="02000500000000020004" pitchFamily="2" charset="0"/>
          <a:ea typeface="+mn-ea"/>
          <a:cs typeface="+mn-cs"/>
        </a:defRPr>
      </a:lvl2pPr>
      <a:lvl3pPr marL="1142686" indent="-228537" algn="l" defTabSz="914149"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FS PF BeauSans Pro" panose="02000500000000020004" pitchFamily="2" charset="0"/>
          <a:ea typeface="+mn-ea"/>
          <a:cs typeface="+mn-cs"/>
        </a:defRPr>
      </a:lvl3pPr>
      <a:lvl4pPr marL="1599760" indent="-228537" algn="l" defTabSz="914149"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FS PF BeauSans Pro" panose="02000500000000020004" pitchFamily="2" charset="0"/>
          <a:ea typeface="+mn-ea"/>
          <a:cs typeface="+mn-cs"/>
        </a:defRPr>
      </a:lvl4pPr>
      <a:lvl5pPr marL="2056834" indent="-228537" algn="l" defTabSz="914149"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FS PF BeauSans Pro" panose="02000500000000020004" pitchFamily="2" charset="0"/>
          <a:ea typeface="+mn-ea"/>
          <a:cs typeface="+mn-cs"/>
        </a:defRPr>
      </a:lvl5pPr>
      <a:lvl6pPr marL="2513909" indent="-228537" algn="l" defTabSz="9141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983" indent="-228537" algn="l" defTabSz="9141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057" indent="-228537" algn="l" defTabSz="9141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131" indent="-228537" algn="l" defTabSz="9141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149" rtl="0" eaLnBrk="1" latinLnBrk="0" hangingPunct="1">
        <a:defRPr sz="1800" kern="1200">
          <a:solidFill>
            <a:schemeClr val="tx1"/>
          </a:solidFill>
          <a:latin typeface="+mn-lt"/>
          <a:ea typeface="+mn-ea"/>
          <a:cs typeface="+mn-cs"/>
        </a:defRPr>
      </a:lvl1pPr>
      <a:lvl2pPr marL="457074" algn="l" defTabSz="914149" rtl="0" eaLnBrk="1" latinLnBrk="0" hangingPunct="1">
        <a:defRPr sz="1800" kern="1200">
          <a:solidFill>
            <a:schemeClr val="tx1"/>
          </a:solidFill>
          <a:latin typeface="+mn-lt"/>
          <a:ea typeface="+mn-ea"/>
          <a:cs typeface="+mn-cs"/>
        </a:defRPr>
      </a:lvl2pPr>
      <a:lvl3pPr marL="914149" algn="l" defTabSz="914149" rtl="0" eaLnBrk="1" latinLnBrk="0" hangingPunct="1">
        <a:defRPr sz="1800" kern="1200">
          <a:solidFill>
            <a:schemeClr val="tx1"/>
          </a:solidFill>
          <a:latin typeface="+mn-lt"/>
          <a:ea typeface="+mn-ea"/>
          <a:cs typeface="+mn-cs"/>
        </a:defRPr>
      </a:lvl3pPr>
      <a:lvl4pPr marL="1371223" algn="l" defTabSz="914149" rtl="0" eaLnBrk="1" latinLnBrk="0" hangingPunct="1">
        <a:defRPr sz="1800" kern="1200">
          <a:solidFill>
            <a:schemeClr val="tx1"/>
          </a:solidFill>
          <a:latin typeface="+mn-lt"/>
          <a:ea typeface="+mn-ea"/>
          <a:cs typeface="+mn-cs"/>
        </a:defRPr>
      </a:lvl4pPr>
      <a:lvl5pPr marL="1828297" algn="l" defTabSz="914149" rtl="0" eaLnBrk="1" latinLnBrk="0" hangingPunct="1">
        <a:defRPr sz="1800" kern="1200">
          <a:solidFill>
            <a:schemeClr val="tx1"/>
          </a:solidFill>
          <a:latin typeface="+mn-lt"/>
          <a:ea typeface="+mn-ea"/>
          <a:cs typeface="+mn-cs"/>
        </a:defRPr>
      </a:lvl5pPr>
      <a:lvl6pPr marL="2285371" algn="l" defTabSz="914149" rtl="0" eaLnBrk="1" latinLnBrk="0" hangingPunct="1">
        <a:defRPr sz="1800" kern="1200">
          <a:solidFill>
            <a:schemeClr val="tx1"/>
          </a:solidFill>
          <a:latin typeface="+mn-lt"/>
          <a:ea typeface="+mn-ea"/>
          <a:cs typeface="+mn-cs"/>
        </a:defRPr>
      </a:lvl6pPr>
      <a:lvl7pPr marL="2742446" algn="l" defTabSz="914149" rtl="0" eaLnBrk="1" latinLnBrk="0" hangingPunct="1">
        <a:defRPr sz="1800" kern="1200">
          <a:solidFill>
            <a:schemeClr val="tx1"/>
          </a:solidFill>
          <a:latin typeface="+mn-lt"/>
          <a:ea typeface="+mn-ea"/>
          <a:cs typeface="+mn-cs"/>
        </a:defRPr>
      </a:lvl7pPr>
      <a:lvl8pPr marL="3199520" algn="l" defTabSz="914149" rtl="0" eaLnBrk="1" latinLnBrk="0" hangingPunct="1">
        <a:defRPr sz="1800" kern="1200">
          <a:solidFill>
            <a:schemeClr val="tx1"/>
          </a:solidFill>
          <a:latin typeface="+mn-lt"/>
          <a:ea typeface="+mn-ea"/>
          <a:cs typeface="+mn-cs"/>
        </a:defRPr>
      </a:lvl8pPr>
      <a:lvl9pPr marL="3656594" algn="l" defTabSz="914149"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3445486"/>
      </p:ext>
    </p:extLst>
  </p:cSld>
  <p:clrMap bg1="lt1" tx1="dk1" bg2="lt2" tx2="dk2" accent1="accent1" accent2="accent2" accent3="accent3" accent4="accent4" accent5="accent5" accent6="accent6" hlink="hlink" folHlink="folHlink"/>
  <p:sldLayoutIdLst>
    <p:sldLayoutId id="214748402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0738873"/>
      </p:ext>
    </p:extLst>
  </p:cSld>
  <p:clrMap bg1="lt1" tx1="dk1" bg2="lt2" tx2="dk2" accent1="accent1" accent2="accent2" accent3="accent3" accent4="accent4" accent5="accent5" accent6="accent6" hlink="hlink" folHlink="folHlink"/>
  <p:sldLayoutIdLst>
    <p:sldLayoutId id="214748402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2">
            <a:extLst>
              <a:ext uri="{FF2B5EF4-FFF2-40B4-BE49-F238E27FC236}">
                <a16:creationId xmlns:a16="http://schemas.microsoft.com/office/drawing/2014/main" xmlns="" id="{A4228CF4-22B4-3386-2FE8-B155FAE750ED}"/>
              </a:ext>
            </a:extLst>
          </p:cNvPr>
          <p:cNvSpPr txBox="1">
            <a:spLocks noChangeArrowheads="1"/>
          </p:cNvSpPr>
          <p:nvPr/>
        </p:nvSpPr>
        <p:spPr bwMode="auto">
          <a:xfrm>
            <a:off x="1588" y="274936"/>
            <a:ext cx="12189619" cy="7626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1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15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15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MS PGothic" panose="020B0600070205080204" pitchFamily="34" charset="-128"/>
              </a:defRPr>
            </a:lvl9pPr>
          </a:lstStyle>
          <a:p>
            <a:pPr algn="ctr">
              <a:lnSpc>
                <a:spcPct val="150000"/>
              </a:lnSpc>
              <a:spcBef>
                <a:spcPts val="0"/>
              </a:spcBef>
              <a:buNone/>
            </a:pPr>
            <a:r>
              <a:rPr lang="en-US" sz="2000" dirty="0">
                <a:solidFill>
                  <a:schemeClr val="bg1"/>
                </a:solidFill>
                <a:latin typeface="FS PF BeauSans Pro" panose="02000500000000020004" pitchFamily="2" charset="0"/>
                <a:ea typeface="Roboto" pitchFamily="2" charset="0"/>
                <a:cs typeface="Sarabun" pitchFamily="2" charset="-34"/>
                <a:sym typeface="Roboto Condensed Light"/>
              </a:rPr>
              <a:t>TỔNG CÔNG TY CÔNG NGHIỆP CÔNG NGHỆ CAO VIETTEL</a:t>
            </a:r>
          </a:p>
        </p:txBody>
      </p:sp>
      <p:sp>
        <p:nvSpPr>
          <p:cNvPr id="36" name="TextBox 35">
            <a:extLst>
              <a:ext uri="{FF2B5EF4-FFF2-40B4-BE49-F238E27FC236}">
                <a16:creationId xmlns:a16="http://schemas.microsoft.com/office/drawing/2014/main" xmlns="" id="{08C251E0-CD8C-9996-0DD4-B96D63680617}"/>
              </a:ext>
            </a:extLst>
          </p:cNvPr>
          <p:cNvSpPr txBox="1"/>
          <p:nvPr/>
        </p:nvSpPr>
        <p:spPr>
          <a:xfrm>
            <a:off x="795" y="2927082"/>
            <a:ext cx="12189619" cy="1635191"/>
          </a:xfrm>
          <a:prstGeom prst="rect">
            <a:avLst/>
          </a:prstGeom>
          <a:noFill/>
        </p:spPr>
        <p:txBody>
          <a:bodyPr wrap="square" rtlCol="0">
            <a:spAutoFit/>
          </a:bodyPr>
          <a:lstStyle/>
          <a:p>
            <a:pPr algn="ctr">
              <a:lnSpc>
                <a:spcPct val="120000"/>
              </a:lnSpc>
            </a:pPr>
            <a:r>
              <a:rPr lang="en-US" sz="4400" dirty="0">
                <a:solidFill>
                  <a:schemeClr val="bg1"/>
                </a:solidFill>
                <a:latin typeface="FS PF BeauSans Pro Bold" panose="02000500000000020004" pitchFamily="2" charset="0"/>
                <a:ea typeface="Roboto Cn" pitchFamily="2" charset="0"/>
                <a:cs typeface="Sarabun" pitchFamily="2" charset="-34"/>
              </a:rPr>
              <a:t>BÁO CÁO</a:t>
            </a:r>
            <a:br>
              <a:rPr lang="en-US" sz="4400" dirty="0">
                <a:solidFill>
                  <a:schemeClr val="bg1"/>
                </a:solidFill>
                <a:latin typeface="FS PF BeauSans Pro Bold" panose="02000500000000020004" pitchFamily="2" charset="0"/>
                <a:ea typeface="Roboto Cn" pitchFamily="2" charset="0"/>
                <a:cs typeface="Sarabun" pitchFamily="2" charset="-34"/>
              </a:rPr>
            </a:br>
            <a:r>
              <a:rPr lang="en-US" sz="4400" dirty="0">
                <a:solidFill>
                  <a:schemeClr val="bg1"/>
                </a:solidFill>
                <a:latin typeface="FS PF BeauSans Pro Bold" panose="02000500000000020004" pitchFamily="2" charset="0"/>
                <a:ea typeface="Roboto Cn" pitchFamily="2" charset="0"/>
                <a:cs typeface="Sarabun" pitchFamily="2" charset="-34"/>
              </a:rPr>
              <a:t>ĐỀ TÀI/DỰ ÁN</a:t>
            </a:r>
          </a:p>
        </p:txBody>
      </p:sp>
      <p:pic>
        <p:nvPicPr>
          <p:cNvPr id="37" name="Picture 36">
            <a:extLst>
              <a:ext uri="{FF2B5EF4-FFF2-40B4-BE49-F238E27FC236}">
                <a16:creationId xmlns:a16="http://schemas.microsoft.com/office/drawing/2014/main" xmlns="" id="{BFA9D9B1-D779-6F14-C0E6-6DD2BBBA3569}"/>
              </a:ext>
            </a:extLst>
          </p:cNvPr>
          <p:cNvPicPr>
            <a:picLocks noChangeAspect="1"/>
          </p:cNvPicPr>
          <p:nvPr/>
        </p:nvPicPr>
        <p:blipFill rotWithShape="1">
          <a:blip r:embed="rId3" cstate="email">
            <a:extLst>
              <a:ext uri="{28A0092B-C50C-407E-A947-70E740481C1C}">
                <a14:useLocalDpi xmlns:a14="http://schemas.microsoft.com/office/drawing/2010/main" val="0"/>
              </a:ext>
            </a:extLst>
          </a:blip>
          <a:srcRect l="2082" r="1183" b="2788"/>
          <a:stretch>
            <a:fillRect/>
          </a:stretch>
        </p:blipFill>
        <p:spPr>
          <a:xfrm>
            <a:off x="4940752" y="1135828"/>
            <a:ext cx="2340000" cy="1021051"/>
          </a:xfrm>
          <a:prstGeom prst="rect">
            <a:avLst/>
          </a:prstGeom>
        </p:spPr>
      </p:pic>
      <p:sp>
        <p:nvSpPr>
          <p:cNvPr id="49" name="Rectangle 2">
            <a:extLst>
              <a:ext uri="{FF2B5EF4-FFF2-40B4-BE49-F238E27FC236}">
                <a16:creationId xmlns:a16="http://schemas.microsoft.com/office/drawing/2014/main" xmlns="" id="{1F6BE12E-D7BB-2E41-6CF8-D6305DC94B1A}"/>
              </a:ext>
            </a:extLst>
          </p:cNvPr>
          <p:cNvSpPr txBox="1">
            <a:spLocks noChangeArrowheads="1"/>
          </p:cNvSpPr>
          <p:nvPr/>
        </p:nvSpPr>
        <p:spPr bwMode="auto">
          <a:xfrm>
            <a:off x="1588" y="6128426"/>
            <a:ext cx="12189619" cy="5882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1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15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15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MS PGothic" panose="020B0600070205080204" pitchFamily="34" charset="-128"/>
              </a:defRPr>
            </a:lvl9pPr>
          </a:lstStyle>
          <a:p>
            <a:pPr algn="ctr">
              <a:spcBef>
                <a:spcPts val="0"/>
              </a:spcBef>
              <a:buNone/>
            </a:pPr>
            <a:r>
              <a:rPr lang="en-US" altLang="en-US" sz="1600" i="1">
                <a:solidFill>
                  <a:schemeClr val="bg1"/>
                </a:solidFill>
                <a:latin typeface="FS PF BeauSans Pro" panose="02000500000000020004" pitchFamily="2" charset="0"/>
                <a:ea typeface="Roboto" pitchFamily="2" charset="0"/>
                <a:cs typeface="Sarabun" pitchFamily="2" charset="-34"/>
              </a:rPr>
              <a:t>Hà Nội, tháng 12/2025</a:t>
            </a:r>
            <a:endParaRPr lang="en-US" altLang="en-US" sz="1600" i="1" dirty="0">
              <a:solidFill>
                <a:schemeClr val="bg1"/>
              </a:solidFill>
              <a:latin typeface="FS PF BeauSans Pro" panose="02000500000000020004" pitchFamily="2" charset="0"/>
              <a:ea typeface="Roboto" pitchFamily="2" charset="0"/>
              <a:cs typeface="Sarabun" pitchFamily="2" charset="-34"/>
            </a:endParaRPr>
          </a:p>
        </p:txBody>
      </p:sp>
    </p:spTree>
    <p:extLst>
      <p:ext uri="{BB962C8B-B14F-4D97-AF65-F5344CB8AC3E}">
        <p14:creationId xmlns:p14="http://schemas.microsoft.com/office/powerpoint/2010/main" val="187938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3F736E9F-099F-6E49-8413-5352C763CACD}"/>
              </a:ext>
            </a:extLst>
          </p:cNvPr>
          <p:cNvSpPr txBox="1"/>
          <p:nvPr/>
        </p:nvSpPr>
        <p:spPr>
          <a:xfrm>
            <a:off x="833474" y="511469"/>
            <a:ext cx="3198311" cy="553998"/>
          </a:xfrm>
          <a:prstGeom prst="rect">
            <a:avLst/>
          </a:prstGeom>
          <a:noFill/>
        </p:spPr>
        <p:txBody>
          <a:bodyPr wrap="none" rtlCol="0">
            <a:spAutoFit/>
          </a:bodyPr>
          <a:lstStyle/>
          <a:p>
            <a:pPr algn="ctr"/>
            <a:r>
              <a:rPr lang="en-US" sz="3000" dirty="0">
                <a:solidFill>
                  <a:srgbClr val="ED1B2F"/>
                </a:solidFill>
                <a:latin typeface="FS PF BeauSans Pro" panose="02000500000000020004" pitchFamily="2" charset="0"/>
                <a:cs typeface="Sarabun" pitchFamily="2" charset="-34"/>
              </a:rPr>
              <a:t>NỘI DUNG CHÍNH</a:t>
            </a:r>
          </a:p>
        </p:txBody>
      </p:sp>
      <p:grpSp>
        <p:nvGrpSpPr>
          <p:cNvPr id="2" name="Group 1">
            <a:extLst>
              <a:ext uri="{FF2B5EF4-FFF2-40B4-BE49-F238E27FC236}">
                <a16:creationId xmlns:a16="http://schemas.microsoft.com/office/drawing/2014/main" xmlns="" id="{5EA37188-1EF9-7B4D-51B4-2DA7ACFC228C}"/>
              </a:ext>
            </a:extLst>
          </p:cNvPr>
          <p:cNvGrpSpPr/>
          <p:nvPr/>
        </p:nvGrpSpPr>
        <p:grpSpPr>
          <a:xfrm>
            <a:off x="833474" y="1650491"/>
            <a:ext cx="7821519" cy="625361"/>
            <a:chOff x="746847" y="1708632"/>
            <a:chExt cx="7821519" cy="625361"/>
          </a:xfrm>
        </p:grpSpPr>
        <p:grpSp>
          <p:nvGrpSpPr>
            <p:cNvPr id="6" name="Nhóm 68">
              <a:extLst>
                <a:ext uri="{FF2B5EF4-FFF2-40B4-BE49-F238E27FC236}">
                  <a16:creationId xmlns:a16="http://schemas.microsoft.com/office/drawing/2014/main" xmlns="" id="{598457F2-449B-26A4-E771-0E77AEA79D11}"/>
                </a:ext>
              </a:extLst>
            </p:cNvPr>
            <p:cNvGrpSpPr/>
            <p:nvPr/>
          </p:nvGrpSpPr>
          <p:grpSpPr>
            <a:xfrm>
              <a:off x="1744620" y="1841918"/>
              <a:ext cx="6703416" cy="475519"/>
              <a:chOff x="3016935" y="1403691"/>
              <a:chExt cx="6202927" cy="598769"/>
            </a:xfrm>
            <a:solidFill>
              <a:srgbClr val="EE0033"/>
            </a:solidFill>
          </p:grpSpPr>
          <p:sp>
            <p:nvSpPr>
              <p:cNvPr id="12" name="Hình chữ nhật 70">
                <a:extLst>
                  <a:ext uri="{FF2B5EF4-FFF2-40B4-BE49-F238E27FC236}">
                    <a16:creationId xmlns:a16="http://schemas.microsoft.com/office/drawing/2014/main" xmlns="" id="{97B3043C-B50D-C8B4-A211-8C750C50B69D}"/>
                  </a:ext>
                </a:extLst>
              </p:cNvPr>
              <p:cNvSpPr/>
              <p:nvPr/>
            </p:nvSpPr>
            <p:spPr>
              <a:xfrm>
                <a:off x="3016935" y="1713618"/>
                <a:ext cx="3076575" cy="288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0">
                  <a:solidFill>
                    <a:srgbClr val="ED1B2F"/>
                  </a:solidFill>
                  <a:latin typeface="Roboto" panose="02000000000000000000" pitchFamily="2" charset="0"/>
                  <a:ea typeface="Tahoma" panose="020B0604030504040204" pitchFamily="34" charset="0"/>
                  <a:cs typeface="Sarabun" pitchFamily="2" charset="-34"/>
                </a:endParaRPr>
              </a:p>
            </p:txBody>
          </p:sp>
          <p:sp>
            <p:nvSpPr>
              <p:cNvPr id="13" name="Hình chữ nhật: Góc Tròn 71">
                <a:extLst>
                  <a:ext uri="{FF2B5EF4-FFF2-40B4-BE49-F238E27FC236}">
                    <a16:creationId xmlns:a16="http://schemas.microsoft.com/office/drawing/2014/main" xmlns="" id="{A9E82E86-2245-977E-5F2E-2B13ECB9716E}"/>
                  </a:ext>
                </a:extLst>
              </p:cNvPr>
              <p:cNvSpPr/>
              <p:nvPr/>
            </p:nvSpPr>
            <p:spPr>
              <a:xfrm>
                <a:off x="3016935" y="1403691"/>
                <a:ext cx="6202927" cy="59876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0">
                  <a:solidFill>
                    <a:srgbClr val="ED1B2F"/>
                  </a:solidFill>
                  <a:latin typeface="Roboto" panose="02000000000000000000" pitchFamily="2" charset="0"/>
                  <a:ea typeface="Tahoma" panose="020B0604030504040204" pitchFamily="34" charset="0"/>
                  <a:cs typeface="Sarabun" pitchFamily="2" charset="-34"/>
                </a:endParaRPr>
              </a:p>
            </p:txBody>
          </p:sp>
        </p:grpSp>
        <p:grpSp>
          <p:nvGrpSpPr>
            <p:cNvPr id="7" name="Nhóm 65">
              <a:extLst>
                <a:ext uri="{FF2B5EF4-FFF2-40B4-BE49-F238E27FC236}">
                  <a16:creationId xmlns:a16="http://schemas.microsoft.com/office/drawing/2014/main" xmlns="" id="{B858AFD4-9389-C107-E3ED-2BEC3F4F2449}"/>
                </a:ext>
              </a:extLst>
            </p:cNvPr>
            <p:cNvGrpSpPr/>
            <p:nvPr/>
          </p:nvGrpSpPr>
          <p:grpSpPr>
            <a:xfrm>
              <a:off x="746847" y="1708632"/>
              <a:ext cx="738384" cy="625361"/>
              <a:chOff x="1515799" y="2034328"/>
              <a:chExt cx="917685" cy="787448"/>
            </a:xfrm>
            <a:solidFill>
              <a:srgbClr val="EE0033"/>
            </a:solidFill>
          </p:grpSpPr>
          <p:sp>
            <p:nvSpPr>
              <p:cNvPr id="10" name="Hình chữ nhật 66">
                <a:extLst>
                  <a:ext uri="{FF2B5EF4-FFF2-40B4-BE49-F238E27FC236}">
                    <a16:creationId xmlns:a16="http://schemas.microsoft.com/office/drawing/2014/main" xmlns="" id="{2D025CFD-9675-1B1A-E1FB-B7CB9E5FEC53}"/>
                  </a:ext>
                </a:extLst>
              </p:cNvPr>
              <p:cNvSpPr/>
              <p:nvPr/>
            </p:nvSpPr>
            <p:spPr>
              <a:xfrm>
                <a:off x="1956288" y="2477729"/>
                <a:ext cx="477195" cy="34404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599">
                  <a:solidFill>
                    <a:srgbClr val="ED1B2F"/>
                  </a:solidFill>
                  <a:latin typeface="Roboto" panose="02000000000000000000" pitchFamily="2" charset="0"/>
                </a:endParaRPr>
              </a:p>
            </p:txBody>
          </p:sp>
          <p:sp>
            <p:nvSpPr>
              <p:cNvPr id="11" name="Hình chữ nhật: Góc Tròn 67">
                <a:extLst>
                  <a:ext uri="{FF2B5EF4-FFF2-40B4-BE49-F238E27FC236}">
                    <a16:creationId xmlns:a16="http://schemas.microsoft.com/office/drawing/2014/main" xmlns="" id="{E3A446A7-588D-CCCF-6FAE-9E90131A1521}"/>
                  </a:ext>
                </a:extLst>
              </p:cNvPr>
              <p:cNvSpPr/>
              <p:nvPr/>
            </p:nvSpPr>
            <p:spPr>
              <a:xfrm>
                <a:off x="1515799" y="2034328"/>
                <a:ext cx="917685" cy="787448"/>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599">
                  <a:solidFill>
                    <a:srgbClr val="ED1B2F"/>
                  </a:solidFill>
                  <a:latin typeface="Roboto" panose="02000000000000000000" pitchFamily="2" charset="0"/>
                </a:endParaRPr>
              </a:p>
            </p:txBody>
          </p:sp>
        </p:grpSp>
        <p:sp>
          <p:nvSpPr>
            <p:cNvPr id="8" name="Hộp Văn bản 72">
              <a:extLst>
                <a:ext uri="{FF2B5EF4-FFF2-40B4-BE49-F238E27FC236}">
                  <a16:creationId xmlns:a16="http://schemas.microsoft.com/office/drawing/2014/main" xmlns="" id="{DDDE03B0-EC1F-6644-0724-41B1D923EE38}"/>
                </a:ext>
              </a:extLst>
            </p:cNvPr>
            <p:cNvSpPr txBox="1"/>
            <p:nvPr/>
          </p:nvSpPr>
          <p:spPr>
            <a:xfrm>
              <a:off x="978946" y="1759702"/>
              <a:ext cx="286335" cy="523220"/>
            </a:xfrm>
            <a:prstGeom prst="rect">
              <a:avLst/>
            </a:prstGeom>
            <a:noFill/>
          </p:spPr>
          <p:txBody>
            <a:bodyPr wrap="square" rtlCol="0">
              <a:spAutoFit/>
            </a:bodyPr>
            <a:lstStyle/>
            <a:p>
              <a:pPr algn="ctr"/>
              <a:r>
                <a:rPr lang="en-US" sz="2800">
                  <a:solidFill>
                    <a:schemeClr val="bg1"/>
                  </a:solidFill>
                  <a:latin typeface="FS PF BeauSans Pro" panose="02000500000000020004" pitchFamily="2" charset="0"/>
                  <a:ea typeface="Tahoma" panose="020B0604030504040204" pitchFamily="34" charset="0"/>
                  <a:cs typeface="Sarabun" pitchFamily="2" charset="-34"/>
                </a:rPr>
                <a:t>I</a:t>
              </a:r>
            </a:p>
          </p:txBody>
        </p:sp>
        <p:sp>
          <p:nvSpPr>
            <p:cNvPr id="14" name="TextBox 13">
              <a:extLst>
                <a:ext uri="{FF2B5EF4-FFF2-40B4-BE49-F238E27FC236}">
                  <a16:creationId xmlns:a16="http://schemas.microsoft.com/office/drawing/2014/main" xmlns="" id="{4121EEE6-A4FD-E0B5-566A-2A0FFA177ABA}"/>
                </a:ext>
              </a:extLst>
            </p:cNvPr>
            <p:cNvSpPr txBox="1"/>
            <p:nvPr/>
          </p:nvSpPr>
          <p:spPr>
            <a:xfrm>
              <a:off x="2029446" y="1879622"/>
              <a:ext cx="6538920" cy="400110"/>
            </a:xfrm>
            <a:prstGeom prst="rect">
              <a:avLst/>
            </a:prstGeom>
            <a:noFill/>
          </p:spPr>
          <p:txBody>
            <a:bodyPr wrap="square" rtlCol="0">
              <a:spAutoFit/>
            </a:bodyPr>
            <a:lstStyle>
              <a:defPPr>
                <a:defRPr lang="en-US"/>
              </a:defPPr>
              <a:lvl1pPr>
                <a:defRPr sz="1400">
                  <a:solidFill>
                    <a:schemeClr val="bg1"/>
                  </a:solidFill>
                  <a:latin typeface="Arial" panose="020B0604020202020204" pitchFamily="34" charset="0"/>
                  <a:ea typeface="Tahoma" panose="020B0604030504040204" pitchFamily="34" charset="0"/>
                  <a:cs typeface="Arial" panose="020B0604020202020204" pitchFamily="34" charset="0"/>
                </a:defRPr>
              </a:lvl1pPr>
            </a:lstStyle>
            <a:p>
              <a:r>
                <a:rPr lang="en-GB" sz="2000">
                  <a:latin typeface="FS PF BeauSans Pro" panose="02000500000000020004" pitchFamily="2" charset="0"/>
                  <a:cs typeface="Sarabun" pitchFamily="2" charset="-34"/>
                </a:rPr>
                <a:t>INCIDIDUNT SUNT OCCAECAT SUNT</a:t>
              </a:r>
              <a:endParaRPr lang="vi-VN" sz="2000" dirty="0">
                <a:latin typeface="FS PF BeauSans Pro" panose="02000500000000020004" pitchFamily="2" charset="0"/>
                <a:cs typeface="Sarabun" pitchFamily="2" charset="-34"/>
              </a:endParaRPr>
            </a:p>
          </p:txBody>
        </p:sp>
      </p:grpSp>
      <p:grpSp>
        <p:nvGrpSpPr>
          <p:cNvPr id="5" name="Group 4">
            <a:extLst>
              <a:ext uri="{FF2B5EF4-FFF2-40B4-BE49-F238E27FC236}">
                <a16:creationId xmlns:a16="http://schemas.microsoft.com/office/drawing/2014/main" xmlns="" id="{A89B22FB-1DCD-10C8-9F71-CAC3540B2AE9}"/>
              </a:ext>
            </a:extLst>
          </p:cNvPr>
          <p:cNvGrpSpPr/>
          <p:nvPr/>
        </p:nvGrpSpPr>
        <p:grpSpPr>
          <a:xfrm>
            <a:off x="833474" y="2441352"/>
            <a:ext cx="7823791" cy="625361"/>
            <a:chOff x="746847" y="2556526"/>
            <a:chExt cx="7823791" cy="625361"/>
          </a:xfrm>
        </p:grpSpPr>
        <p:grpSp>
          <p:nvGrpSpPr>
            <p:cNvPr id="17" name="Nhóm 68">
              <a:extLst>
                <a:ext uri="{FF2B5EF4-FFF2-40B4-BE49-F238E27FC236}">
                  <a16:creationId xmlns:a16="http://schemas.microsoft.com/office/drawing/2014/main" xmlns="" id="{5C652F26-829B-4D10-EF67-43E291B51C95}"/>
                </a:ext>
              </a:extLst>
            </p:cNvPr>
            <p:cNvGrpSpPr/>
            <p:nvPr/>
          </p:nvGrpSpPr>
          <p:grpSpPr>
            <a:xfrm>
              <a:off x="1744620" y="2687690"/>
              <a:ext cx="6703417" cy="475519"/>
              <a:chOff x="3016935" y="1403691"/>
              <a:chExt cx="6202927" cy="598769"/>
            </a:xfrm>
            <a:solidFill>
              <a:schemeClr val="bg1">
                <a:lumMod val="50000"/>
              </a:schemeClr>
            </a:solidFill>
          </p:grpSpPr>
          <p:sp>
            <p:nvSpPr>
              <p:cNvPr id="23" name="Hình chữ nhật 70">
                <a:extLst>
                  <a:ext uri="{FF2B5EF4-FFF2-40B4-BE49-F238E27FC236}">
                    <a16:creationId xmlns:a16="http://schemas.microsoft.com/office/drawing/2014/main" xmlns="" id="{97DA6A47-26AD-23A2-C7FC-223B5CE6BBF4}"/>
                  </a:ext>
                </a:extLst>
              </p:cNvPr>
              <p:cNvSpPr/>
              <p:nvPr/>
            </p:nvSpPr>
            <p:spPr>
              <a:xfrm>
                <a:off x="3016935" y="1713618"/>
                <a:ext cx="3076575" cy="288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0">
                  <a:solidFill>
                    <a:srgbClr val="ED1B2F"/>
                  </a:solidFill>
                  <a:latin typeface="Roboto" panose="02000000000000000000" pitchFamily="2" charset="0"/>
                  <a:ea typeface="Tahoma" panose="020B0604030504040204" pitchFamily="34" charset="0"/>
                  <a:cs typeface="Sarabun" pitchFamily="2" charset="-34"/>
                </a:endParaRPr>
              </a:p>
            </p:txBody>
          </p:sp>
          <p:sp>
            <p:nvSpPr>
              <p:cNvPr id="24" name="Hình chữ nhật: Góc Tròn 71">
                <a:extLst>
                  <a:ext uri="{FF2B5EF4-FFF2-40B4-BE49-F238E27FC236}">
                    <a16:creationId xmlns:a16="http://schemas.microsoft.com/office/drawing/2014/main" xmlns="" id="{B466C559-486D-60C4-F7F8-8E5C449442A4}"/>
                  </a:ext>
                </a:extLst>
              </p:cNvPr>
              <p:cNvSpPr/>
              <p:nvPr/>
            </p:nvSpPr>
            <p:spPr>
              <a:xfrm>
                <a:off x="3016935" y="1403691"/>
                <a:ext cx="6202927" cy="59876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0">
                  <a:solidFill>
                    <a:srgbClr val="ED1B2F"/>
                  </a:solidFill>
                  <a:latin typeface="Roboto" panose="02000000000000000000" pitchFamily="2" charset="0"/>
                  <a:ea typeface="Tahoma" panose="020B0604030504040204" pitchFamily="34" charset="0"/>
                  <a:cs typeface="Sarabun" pitchFamily="2" charset="-34"/>
                </a:endParaRPr>
              </a:p>
            </p:txBody>
          </p:sp>
        </p:grpSp>
        <p:grpSp>
          <p:nvGrpSpPr>
            <p:cNvPr id="18" name="Nhóm 65">
              <a:extLst>
                <a:ext uri="{FF2B5EF4-FFF2-40B4-BE49-F238E27FC236}">
                  <a16:creationId xmlns:a16="http://schemas.microsoft.com/office/drawing/2014/main" xmlns="" id="{07BC8D33-A4A8-1F52-D670-29BA1DD62DFF}"/>
                </a:ext>
              </a:extLst>
            </p:cNvPr>
            <p:cNvGrpSpPr/>
            <p:nvPr/>
          </p:nvGrpSpPr>
          <p:grpSpPr>
            <a:xfrm>
              <a:off x="746847" y="2556526"/>
              <a:ext cx="738384" cy="625361"/>
              <a:chOff x="1515799" y="2034328"/>
              <a:chExt cx="917685" cy="787448"/>
            </a:xfrm>
            <a:solidFill>
              <a:schemeClr val="bg1">
                <a:lumMod val="50000"/>
              </a:schemeClr>
            </a:solidFill>
          </p:grpSpPr>
          <p:sp>
            <p:nvSpPr>
              <p:cNvPr id="21" name="Hình chữ nhật 66">
                <a:extLst>
                  <a:ext uri="{FF2B5EF4-FFF2-40B4-BE49-F238E27FC236}">
                    <a16:creationId xmlns:a16="http://schemas.microsoft.com/office/drawing/2014/main" xmlns="" id="{3B4E8873-C845-1A27-CB91-9E3C6C42841F}"/>
                  </a:ext>
                </a:extLst>
              </p:cNvPr>
              <p:cNvSpPr/>
              <p:nvPr/>
            </p:nvSpPr>
            <p:spPr>
              <a:xfrm>
                <a:off x="1956288" y="2477729"/>
                <a:ext cx="477195" cy="34404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599">
                  <a:solidFill>
                    <a:srgbClr val="ED1B2F"/>
                  </a:solidFill>
                  <a:latin typeface="Roboto" panose="02000000000000000000" pitchFamily="2" charset="0"/>
                </a:endParaRPr>
              </a:p>
            </p:txBody>
          </p:sp>
          <p:sp>
            <p:nvSpPr>
              <p:cNvPr id="22" name="Hình chữ nhật: Góc Tròn 67">
                <a:extLst>
                  <a:ext uri="{FF2B5EF4-FFF2-40B4-BE49-F238E27FC236}">
                    <a16:creationId xmlns:a16="http://schemas.microsoft.com/office/drawing/2014/main" xmlns="" id="{6970A598-C708-9F39-4616-5B3586B98F7C}"/>
                  </a:ext>
                </a:extLst>
              </p:cNvPr>
              <p:cNvSpPr/>
              <p:nvPr/>
            </p:nvSpPr>
            <p:spPr>
              <a:xfrm>
                <a:off x="1515799" y="2034328"/>
                <a:ext cx="917685" cy="787448"/>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599">
                  <a:solidFill>
                    <a:srgbClr val="ED1B2F"/>
                  </a:solidFill>
                  <a:latin typeface="Roboto" panose="02000000000000000000" pitchFamily="2" charset="0"/>
                </a:endParaRPr>
              </a:p>
            </p:txBody>
          </p:sp>
        </p:grpSp>
        <p:sp>
          <p:nvSpPr>
            <p:cNvPr id="19" name="Hộp Văn bản 72">
              <a:extLst>
                <a:ext uri="{FF2B5EF4-FFF2-40B4-BE49-F238E27FC236}">
                  <a16:creationId xmlns:a16="http://schemas.microsoft.com/office/drawing/2014/main" xmlns="" id="{3297F740-782C-DD40-B6C1-FFF0BAC49AAD}"/>
                </a:ext>
              </a:extLst>
            </p:cNvPr>
            <p:cNvSpPr txBox="1"/>
            <p:nvPr/>
          </p:nvSpPr>
          <p:spPr>
            <a:xfrm>
              <a:off x="914785" y="2607596"/>
              <a:ext cx="414656" cy="523220"/>
            </a:xfrm>
            <a:prstGeom prst="rect">
              <a:avLst/>
            </a:prstGeom>
            <a:noFill/>
          </p:spPr>
          <p:txBody>
            <a:bodyPr wrap="square" rtlCol="0">
              <a:spAutoFit/>
            </a:bodyPr>
            <a:lstStyle/>
            <a:p>
              <a:pPr algn="ctr"/>
              <a:r>
                <a:rPr lang="en-US" sz="2800">
                  <a:solidFill>
                    <a:schemeClr val="bg1"/>
                  </a:solidFill>
                  <a:latin typeface="FS PF BeauSans Pro" panose="02000500000000020004" pitchFamily="2" charset="0"/>
                  <a:ea typeface="Tahoma" panose="020B0604030504040204" pitchFamily="34" charset="0"/>
                  <a:cs typeface="Sarabun" pitchFamily="2" charset="-34"/>
                </a:rPr>
                <a:t>II</a:t>
              </a:r>
            </a:p>
          </p:txBody>
        </p:sp>
        <p:sp>
          <p:nvSpPr>
            <p:cNvPr id="25" name="TextBox 24">
              <a:extLst>
                <a:ext uri="{FF2B5EF4-FFF2-40B4-BE49-F238E27FC236}">
                  <a16:creationId xmlns:a16="http://schemas.microsoft.com/office/drawing/2014/main" xmlns="" id="{DDA39B1B-6626-79C5-A0A2-052065B217FC}"/>
                </a:ext>
              </a:extLst>
            </p:cNvPr>
            <p:cNvSpPr txBox="1"/>
            <p:nvPr/>
          </p:nvSpPr>
          <p:spPr>
            <a:xfrm>
              <a:off x="2029446" y="2727516"/>
              <a:ext cx="6541192" cy="400110"/>
            </a:xfrm>
            <a:prstGeom prst="rect">
              <a:avLst/>
            </a:prstGeom>
            <a:noFill/>
          </p:spPr>
          <p:txBody>
            <a:bodyPr wrap="square" rtlCol="0">
              <a:spAutoFit/>
            </a:bodyPr>
            <a:lstStyle>
              <a:defPPr>
                <a:defRPr lang="en-US"/>
              </a:defPPr>
              <a:lvl1pPr>
                <a:defRPr sz="1400">
                  <a:solidFill>
                    <a:schemeClr val="bg1"/>
                  </a:solidFill>
                  <a:latin typeface="Arial" panose="020B0604020202020204" pitchFamily="34" charset="0"/>
                  <a:ea typeface="Tahoma" panose="020B0604030504040204" pitchFamily="34" charset="0"/>
                  <a:cs typeface="Arial" panose="020B0604020202020204" pitchFamily="34" charset="0"/>
                </a:defRPr>
              </a:lvl1pPr>
            </a:lstStyle>
            <a:p>
              <a:r>
                <a:rPr lang="en-GB" sz="2000">
                  <a:latin typeface="FS PF BeauSans Pro" panose="02000500000000020004" pitchFamily="2" charset="0"/>
                  <a:cs typeface="Sarabun" pitchFamily="2" charset="-34"/>
                </a:rPr>
                <a:t>INCIDIDUNT SUNT OCCAECAT SUNT</a:t>
              </a:r>
              <a:endParaRPr lang="vi-VN" sz="2000" dirty="0">
                <a:latin typeface="FS PF BeauSans Pro" panose="02000500000000020004" pitchFamily="2" charset="0"/>
                <a:cs typeface="Sarabun" pitchFamily="2" charset="-34"/>
              </a:endParaRPr>
            </a:p>
          </p:txBody>
        </p:sp>
      </p:grpSp>
      <p:grpSp>
        <p:nvGrpSpPr>
          <p:cNvPr id="9" name="Group 8">
            <a:extLst>
              <a:ext uri="{FF2B5EF4-FFF2-40B4-BE49-F238E27FC236}">
                <a16:creationId xmlns:a16="http://schemas.microsoft.com/office/drawing/2014/main" xmlns="" id="{3E9E819B-C177-C0DC-CAE9-94E7612C4694}"/>
              </a:ext>
            </a:extLst>
          </p:cNvPr>
          <p:cNvGrpSpPr/>
          <p:nvPr/>
        </p:nvGrpSpPr>
        <p:grpSpPr>
          <a:xfrm>
            <a:off x="833474" y="3232213"/>
            <a:ext cx="7699237" cy="625361"/>
            <a:chOff x="746847" y="3401402"/>
            <a:chExt cx="7699237" cy="625361"/>
          </a:xfrm>
        </p:grpSpPr>
        <p:grpSp>
          <p:nvGrpSpPr>
            <p:cNvPr id="50" name="Nhóm 68">
              <a:extLst>
                <a:ext uri="{FF2B5EF4-FFF2-40B4-BE49-F238E27FC236}">
                  <a16:creationId xmlns:a16="http://schemas.microsoft.com/office/drawing/2014/main" xmlns="" id="{F429CBA5-EDA6-8CAF-92E2-DF34A15CB7E6}"/>
                </a:ext>
              </a:extLst>
            </p:cNvPr>
            <p:cNvGrpSpPr/>
            <p:nvPr/>
          </p:nvGrpSpPr>
          <p:grpSpPr>
            <a:xfrm>
              <a:off x="1744620" y="3533462"/>
              <a:ext cx="6701464" cy="475519"/>
              <a:chOff x="3016935" y="1403691"/>
              <a:chExt cx="6202927" cy="598769"/>
            </a:xfrm>
            <a:solidFill>
              <a:srgbClr val="EE0033"/>
            </a:solidFill>
          </p:grpSpPr>
          <p:sp>
            <p:nvSpPr>
              <p:cNvPr id="56" name="Hình chữ nhật 70">
                <a:extLst>
                  <a:ext uri="{FF2B5EF4-FFF2-40B4-BE49-F238E27FC236}">
                    <a16:creationId xmlns:a16="http://schemas.microsoft.com/office/drawing/2014/main" xmlns="" id="{108A2585-9566-2373-199A-85D1A68CF2B3}"/>
                  </a:ext>
                </a:extLst>
              </p:cNvPr>
              <p:cNvSpPr/>
              <p:nvPr/>
            </p:nvSpPr>
            <p:spPr>
              <a:xfrm>
                <a:off x="3016935" y="1713618"/>
                <a:ext cx="3076575" cy="288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0">
                  <a:solidFill>
                    <a:srgbClr val="ED1B2F"/>
                  </a:solidFill>
                  <a:latin typeface="Roboto" panose="02000000000000000000" pitchFamily="2" charset="0"/>
                  <a:ea typeface="Tahoma" panose="020B0604030504040204" pitchFamily="34" charset="0"/>
                  <a:cs typeface="Sarabun" pitchFamily="2" charset="-34"/>
                </a:endParaRPr>
              </a:p>
            </p:txBody>
          </p:sp>
          <p:sp>
            <p:nvSpPr>
              <p:cNvPr id="57" name="Hình chữ nhật: Góc Tròn 71">
                <a:extLst>
                  <a:ext uri="{FF2B5EF4-FFF2-40B4-BE49-F238E27FC236}">
                    <a16:creationId xmlns:a16="http://schemas.microsoft.com/office/drawing/2014/main" xmlns="" id="{C1954709-F318-2A29-21AA-D937A51D9B58}"/>
                  </a:ext>
                </a:extLst>
              </p:cNvPr>
              <p:cNvSpPr/>
              <p:nvPr/>
            </p:nvSpPr>
            <p:spPr>
              <a:xfrm>
                <a:off x="3016935" y="1403691"/>
                <a:ext cx="6202927" cy="59876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0">
                  <a:solidFill>
                    <a:srgbClr val="ED1B2F"/>
                  </a:solidFill>
                  <a:latin typeface="Roboto" panose="02000000000000000000" pitchFamily="2" charset="0"/>
                  <a:ea typeface="Tahoma" panose="020B0604030504040204" pitchFamily="34" charset="0"/>
                  <a:cs typeface="Sarabun" pitchFamily="2" charset="-34"/>
                </a:endParaRPr>
              </a:p>
            </p:txBody>
          </p:sp>
        </p:grpSp>
        <p:grpSp>
          <p:nvGrpSpPr>
            <p:cNvPr id="51" name="Nhóm 65">
              <a:extLst>
                <a:ext uri="{FF2B5EF4-FFF2-40B4-BE49-F238E27FC236}">
                  <a16:creationId xmlns:a16="http://schemas.microsoft.com/office/drawing/2014/main" xmlns="" id="{8EEC2F33-9FC0-D965-F9A0-AAF34446057A}"/>
                </a:ext>
              </a:extLst>
            </p:cNvPr>
            <p:cNvGrpSpPr/>
            <p:nvPr/>
          </p:nvGrpSpPr>
          <p:grpSpPr>
            <a:xfrm>
              <a:off x="746847" y="3401402"/>
              <a:ext cx="738169" cy="625361"/>
              <a:chOff x="1515798" y="2034328"/>
              <a:chExt cx="917685" cy="787448"/>
            </a:xfrm>
            <a:solidFill>
              <a:srgbClr val="EE0033"/>
            </a:solidFill>
          </p:grpSpPr>
          <p:sp>
            <p:nvSpPr>
              <p:cNvPr id="54" name="Hình chữ nhật 66">
                <a:extLst>
                  <a:ext uri="{FF2B5EF4-FFF2-40B4-BE49-F238E27FC236}">
                    <a16:creationId xmlns:a16="http://schemas.microsoft.com/office/drawing/2014/main" xmlns="" id="{5A54CC3C-112F-E7EA-52DB-D8F7BB5A7766}"/>
                  </a:ext>
                </a:extLst>
              </p:cNvPr>
              <p:cNvSpPr/>
              <p:nvPr/>
            </p:nvSpPr>
            <p:spPr>
              <a:xfrm>
                <a:off x="1956288" y="2477729"/>
                <a:ext cx="477195" cy="34404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599">
                  <a:solidFill>
                    <a:srgbClr val="ED1B2F"/>
                  </a:solidFill>
                  <a:latin typeface="Roboto" panose="02000000000000000000" pitchFamily="2" charset="0"/>
                </a:endParaRPr>
              </a:p>
            </p:txBody>
          </p:sp>
          <p:sp>
            <p:nvSpPr>
              <p:cNvPr id="55" name="Hình chữ nhật: Góc Tròn 67">
                <a:extLst>
                  <a:ext uri="{FF2B5EF4-FFF2-40B4-BE49-F238E27FC236}">
                    <a16:creationId xmlns:a16="http://schemas.microsoft.com/office/drawing/2014/main" xmlns="" id="{33F38409-2A6B-BEAD-286A-7318B588F584}"/>
                  </a:ext>
                </a:extLst>
              </p:cNvPr>
              <p:cNvSpPr/>
              <p:nvPr/>
            </p:nvSpPr>
            <p:spPr>
              <a:xfrm>
                <a:off x="1515798" y="2034328"/>
                <a:ext cx="917685" cy="787448"/>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599">
                  <a:solidFill>
                    <a:srgbClr val="ED1B2F"/>
                  </a:solidFill>
                  <a:latin typeface="Roboto" panose="02000000000000000000" pitchFamily="2" charset="0"/>
                </a:endParaRPr>
              </a:p>
            </p:txBody>
          </p:sp>
        </p:grpSp>
        <p:sp>
          <p:nvSpPr>
            <p:cNvPr id="52" name="Hộp Văn bản 72">
              <a:extLst>
                <a:ext uri="{FF2B5EF4-FFF2-40B4-BE49-F238E27FC236}">
                  <a16:creationId xmlns:a16="http://schemas.microsoft.com/office/drawing/2014/main" xmlns="" id="{CFBFF12E-5203-53E7-9198-D1AA9DBC2731}"/>
                </a:ext>
              </a:extLst>
            </p:cNvPr>
            <p:cNvSpPr txBox="1"/>
            <p:nvPr/>
          </p:nvSpPr>
          <p:spPr>
            <a:xfrm>
              <a:off x="848474" y="3452472"/>
              <a:ext cx="547278" cy="523220"/>
            </a:xfrm>
            <a:prstGeom prst="rect">
              <a:avLst/>
            </a:prstGeom>
            <a:noFill/>
          </p:spPr>
          <p:txBody>
            <a:bodyPr wrap="square" rtlCol="0">
              <a:spAutoFit/>
            </a:bodyPr>
            <a:lstStyle/>
            <a:p>
              <a:pPr algn="ctr"/>
              <a:r>
                <a:rPr lang="en-US" sz="2800">
                  <a:solidFill>
                    <a:schemeClr val="bg1"/>
                  </a:solidFill>
                  <a:latin typeface="FS PF BeauSans Pro" panose="02000500000000020004" pitchFamily="2" charset="0"/>
                  <a:ea typeface="Tahoma" panose="020B0604030504040204" pitchFamily="34" charset="0"/>
                  <a:cs typeface="Sarabun" pitchFamily="2" charset="-34"/>
                </a:rPr>
                <a:t>III</a:t>
              </a:r>
            </a:p>
          </p:txBody>
        </p:sp>
        <p:sp>
          <p:nvSpPr>
            <p:cNvPr id="53" name="TextBox 52">
              <a:extLst>
                <a:ext uri="{FF2B5EF4-FFF2-40B4-BE49-F238E27FC236}">
                  <a16:creationId xmlns:a16="http://schemas.microsoft.com/office/drawing/2014/main" xmlns="" id="{6C49B36E-5BF8-34FC-7025-13E9F36E60DD}"/>
                </a:ext>
              </a:extLst>
            </p:cNvPr>
            <p:cNvSpPr txBox="1"/>
            <p:nvPr/>
          </p:nvSpPr>
          <p:spPr>
            <a:xfrm>
              <a:off x="2029446" y="3572392"/>
              <a:ext cx="6074262" cy="400110"/>
            </a:xfrm>
            <a:prstGeom prst="rect">
              <a:avLst/>
            </a:prstGeom>
            <a:noFill/>
          </p:spPr>
          <p:txBody>
            <a:bodyPr wrap="square" rtlCol="0">
              <a:spAutoFit/>
            </a:bodyPr>
            <a:lstStyle/>
            <a:p>
              <a:r>
                <a:rPr lang="en-GB" sz="2000">
                  <a:solidFill>
                    <a:schemeClr val="bg1"/>
                  </a:solidFill>
                  <a:latin typeface="FS PF BeauSans Pro" panose="02000500000000020004" pitchFamily="2" charset="0"/>
                  <a:ea typeface="Tahoma" panose="020B0604030504040204" pitchFamily="34" charset="0"/>
                  <a:cs typeface="Sarabun" pitchFamily="2" charset="-34"/>
                </a:rPr>
                <a:t>INCIDIDUNT SUNT OCCAECAT SUNT</a:t>
              </a:r>
              <a:endParaRPr lang="vi-VN" sz="2000" dirty="0">
                <a:solidFill>
                  <a:schemeClr val="bg1"/>
                </a:solidFill>
                <a:latin typeface="FS PF BeauSans Pro" panose="02000500000000020004" pitchFamily="2" charset="0"/>
                <a:ea typeface="Tahoma" panose="020B0604030504040204" pitchFamily="34" charset="0"/>
                <a:cs typeface="Sarabun" pitchFamily="2" charset="-34"/>
              </a:endParaRPr>
            </a:p>
          </p:txBody>
        </p:sp>
      </p:grpSp>
      <p:grpSp>
        <p:nvGrpSpPr>
          <p:cNvPr id="15" name="Group 14">
            <a:extLst>
              <a:ext uri="{FF2B5EF4-FFF2-40B4-BE49-F238E27FC236}">
                <a16:creationId xmlns:a16="http://schemas.microsoft.com/office/drawing/2014/main" xmlns="" id="{10C06487-53D0-66A8-C437-6CF4DBC52F3B}"/>
              </a:ext>
            </a:extLst>
          </p:cNvPr>
          <p:cNvGrpSpPr/>
          <p:nvPr/>
        </p:nvGrpSpPr>
        <p:grpSpPr>
          <a:xfrm>
            <a:off x="833474" y="4023074"/>
            <a:ext cx="7701189" cy="625361"/>
            <a:chOff x="746847" y="4246716"/>
            <a:chExt cx="7701189" cy="625361"/>
          </a:xfrm>
        </p:grpSpPr>
        <p:grpSp>
          <p:nvGrpSpPr>
            <p:cNvPr id="38" name="Nhóm 68">
              <a:extLst>
                <a:ext uri="{FF2B5EF4-FFF2-40B4-BE49-F238E27FC236}">
                  <a16:creationId xmlns:a16="http://schemas.microsoft.com/office/drawing/2014/main" xmlns="" id="{6E06AAE2-EEAB-4A4D-B093-7D720C299DE6}"/>
                </a:ext>
              </a:extLst>
            </p:cNvPr>
            <p:cNvGrpSpPr/>
            <p:nvPr/>
          </p:nvGrpSpPr>
          <p:grpSpPr>
            <a:xfrm>
              <a:off x="1744620" y="4379234"/>
              <a:ext cx="6703416" cy="475519"/>
              <a:chOff x="3016935" y="1403691"/>
              <a:chExt cx="6202927" cy="598769"/>
            </a:xfrm>
            <a:solidFill>
              <a:schemeClr val="bg1">
                <a:lumMod val="50000"/>
              </a:schemeClr>
            </a:solidFill>
          </p:grpSpPr>
          <p:sp>
            <p:nvSpPr>
              <p:cNvPr id="44" name="Hình chữ nhật 70">
                <a:extLst>
                  <a:ext uri="{FF2B5EF4-FFF2-40B4-BE49-F238E27FC236}">
                    <a16:creationId xmlns:a16="http://schemas.microsoft.com/office/drawing/2014/main" xmlns="" id="{41878C25-D517-4E62-B022-48A4DCB3ED77}"/>
                  </a:ext>
                </a:extLst>
              </p:cNvPr>
              <p:cNvSpPr/>
              <p:nvPr/>
            </p:nvSpPr>
            <p:spPr>
              <a:xfrm>
                <a:off x="3016935" y="1713618"/>
                <a:ext cx="3076575" cy="288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0">
                  <a:solidFill>
                    <a:srgbClr val="ED1B2F"/>
                  </a:solidFill>
                  <a:latin typeface="Roboto" panose="02000000000000000000" pitchFamily="2" charset="0"/>
                  <a:ea typeface="Tahoma" panose="020B0604030504040204" pitchFamily="34" charset="0"/>
                  <a:cs typeface="Sarabun" pitchFamily="2" charset="-34"/>
                </a:endParaRPr>
              </a:p>
            </p:txBody>
          </p:sp>
          <p:sp>
            <p:nvSpPr>
              <p:cNvPr id="45" name="Hình chữ nhật: Góc Tròn 71">
                <a:extLst>
                  <a:ext uri="{FF2B5EF4-FFF2-40B4-BE49-F238E27FC236}">
                    <a16:creationId xmlns:a16="http://schemas.microsoft.com/office/drawing/2014/main" xmlns="" id="{B1E21761-E996-4542-9B95-334C9C7CA99A}"/>
                  </a:ext>
                </a:extLst>
              </p:cNvPr>
              <p:cNvSpPr/>
              <p:nvPr/>
            </p:nvSpPr>
            <p:spPr>
              <a:xfrm>
                <a:off x="3016935" y="1403691"/>
                <a:ext cx="6202927" cy="59876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0">
                  <a:solidFill>
                    <a:srgbClr val="ED1B2F"/>
                  </a:solidFill>
                  <a:latin typeface="Roboto" panose="02000000000000000000" pitchFamily="2" charset="0"/>
                  <a:ea typeface="Tahoma" panose="020B0604030504040204" pitchFamily="34" charset="0"/>
                  <a:cs typeface="Sarabun" pitchFamily="2" charset="-34"/>
                </a:endParaRPr>
              </a:p>
            </p:txBody>
          </p:sp>
        </p:grpSp>
        <p:grpSp>
          <p:nvGrpSpPr>
            <p:cNvPr id="39" name="Nhóm 65">
              <a:extLst>
                <a:ext uri="{FF2B5EF4-FFF2-40B4-BE49-F238E27FC236}">
                  <a16:creationId xmlns:a16="http://schemas.microsoft.com/office/drawing/2014/main" xmlns="" id="{C10644CA-D855-43A8-9C43-5F5728EEBF4C}"/>
                </a:ext>
              </a:extLst>
            </p:cNvPr>
            <p:cNvGrpSpPr/>
            <p:nvPr/>
          </p:nvGrpSpPr>
          <p:grpSpPr>
            <a:xfrm>
              <a:off x="746847" y="4246716"/>
              <a:ext cx="738384" cy="625361"/>
              <a:chOff x="1515799" y="2034328"/>
              <a:chExt cx="917685" cy="787448"/>
            </a:xfrm>
            <a:solidFill>
              <a:schemeClr val="bg1">
                <a:lumMod val="50000"/>
              </a:schemeClr>
            </a:solidFill>
          </p:grpSpPr>
          <p:sp>
            <p:nvSpPr>
              <p:cNvPr id="42" name="Hình chữ nhật 66">
                <a:extLst>
                  <a:ext uri="{FF2B5EF4-FFF2-40B4-BE49-F238E27FC236}">
                    <a16:creationId xmlns:a16="http://schemas.microsoft.com/office/drawing/2014/main" xmlns="" id="{4A05B7B7-C91B-4A33-8067-3F23E86AB86E}"/>
                  </a:ext>
                </a:extLst>
              </p:cNvPr>
              <p:cNvSpPr/>
              <p:nvPr/>
            </p:nvSpPr>
            <p:spPr>
              <a:xfrm>
                <a:off x="1956288" y="2477729"/>
                <a:ext cx="477195" cy="34404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599">
                  <a:solidFill>
                    <a:srgbClr val="ED1B2F"/>
                  </a:solidFill>
                  <a:latin typeface="Roboto" panose="02000000000000000000" pitchFamily="2" charset="0"/>
                </a:endParaRPr>
              </a:p>
            </p:txBody>
          </p:sp>
          <p:sp>
            <p:nvSpPr>
              <p:cNvPr id="43" name="Hình chữ nhật: Góc Tròn 67">
                <a:extLst>
                  <a:ext uri="{FF2B5EF4-FFF2-40B4-BE49-F238E27FC236}">
                    <a16:creationId xmlns:a16="http://schemas.microsoft.com/office/drawing/2014/main" xmlns="" id="{AC1F45F8-38B9-48A8-BBD9-E0F70005A912}"/>
                  </a:ext>
                </a:extLst>
              </p:cNvPr>
              <p:cNvSpPr/>
              <p:nvPr/>
            </p:nvSpPr>
            <p:spPr>
              <a:xfrm>
                <a:off x="1515799" y="2034328"/>
                <a:ext cx="917685" cy="787448"/>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599">
                  <a:solidFill>
                    <a:srgbClr val="ED1B2F"/>
                  </a:solidFill>
                  <a:latin typeface="Roboto" panose="02000000000000000000" pitchFamily="2" charset="0"/>
                </a:endParaRPr>
              </a:p>
            </p:txBody>
          </p:sp>
        </p:grpSp>
        <p:sp>
          <p:nvSpPr>
            <p:cNvPr id="40" name="Hộp Văn bản 72">
              <a:extLst>
                <a:ext uri="{FF2B5EF4-FFF2-40B4-BE49-F238E27FC236}">
                  <a16:creationId xmlns:a16="http://schemas.microsoft.com/office/drawing/2014/main" xmlns="" id="{37CC97C5-B6E6-4582-A005-B216F391446F}"/>
                </a:ext>
              </a:extLst>
            </p:cNvPr>
            <p:cNvSpPr txBox="1"/>
            <p:nvPr/>
          </p:nvSpPr>
          <p:spPr>
            <a:xfrm>
              <a:off x="843516" y="4297786"/>
              <a:ext cx="557195" cy="523220"/>
            </a:xfrm>
            <a:prstGeom prst="rect">
              <a:avLst/>
            </a:prstGeom>
            <a:noFill/>
          </p:spPr>
          <p:txBody>
            <a:bodyPr wrap="square" rtlCol="0">
              <a:spAutoFit/>
            </a:bodyPr>
            <a:lstStyle/>
            <a:p>
              <a:pPr algn="ctr"/>
              <a:r>
                <a:rPr lang="en-US" sz="2800">
                  <a:solidFill>
                    <a:schemeClr val="bg1"/>
                  </a:solidFill>
                  <a:latin typeface="FS PF BeauSans Pro" panose="02000500000000020004" pitchFamily="2" charset="0"/>
                  <a:ea typeface="Tahoma" panose="020B0604030504040204" pitchFamily="34" charset="0"/>
                  <a:cs typeface="Sarabun" pitchFamily="2" charset="-34"/>
                </a:rPr>
                <a:t>IV</a:t>
              </a:r>
            </a:p>
          </p:txBody>
        </p:sp>
        <p:sp>
          <p:nvSpPr>
            <p:cNvPr id="46" name="TextBox 45">
              <a:extLst>
                <a:ext uri="{FF2B5EF4-FFF2-40B4-BE49-F238E27FC236}">
                  <a16:creationId xmlns:a16="http://schemas.microsoft.com/office/drawing/2014/main" xmlns="" id="{92323AA9-1C20-4083-AAD8-0357F4329686}"/>
                </a:ext>
              </a:extLst>
            </p:cNvPr>
            <p:cNvSpPr txBox="1"/>
            <p:nvPr/>
          </p:nvSpPr>
          <p:spPr>
            <a:xfrm>
              <a:off x="2029446" y="4417706"/>
              <a:ext cx="6074261" cy="400110"/>
            </a:xfrm>
            <a:prstGeom prst="rect">
              <a:avLst/>
            </a:prstGeom>
            <a:noFill/>
          </p:spPr>
          <p:txBody>
            <a:bodyPr wrap="square" rtlCol="0">
              <a:spAutoFit/>
            </a:bodyPr>
            <a:lstStyle/>
            <a:p>
              <a:r>
                <a:rPr lang="en-GB" sz="2000">
                  <a:solidFill>
                    <a:schemeClr val="bg1"/>
                  </a:solidFill>
                  <a:latin typeface="FS PF BeauSans Pro" panose="02000500000000020004" pitchFamily="2" charset="0"/>
                  <a:ea typeface="Tahoma" panose="020B0604030504040204" pitchFamily="34" charset="0"/>
                  <a:cs typeface="Sarabun" pitchFamily="2" charset="-34"/>
                </a:rPr>
                <a:t>INCIDIDUNT SUNT OCCAECAT SUNT</a:t>
              </a:r>
              <a:endParaRPr lang="vi-VN" sz="2000" dirty="0">
                <a:solidFill>
                  <a:schemeClr val="bg1"/>
                </a:solidFill>
                <a:latin typeface="FS PF BeauSans Pro" panose="02000500000000020004" pitchFamily="2" charset="0"/>
                <a:ea typeface="Tahoma" panose="020B0604030504040204" pitchFamily="34" charset="0"/>
                <a:cs typeface="Sarabun" pitchFamily="2" charset="-34"/>
              </a:endParaRPr>
            </a:p>
          </p:txBody>
        </p:sp>
      </p:grpSp>
      <p:grpSp>
        <p:nvGrpSpPr>
          <p:cNvPr id="16" name="Group 15">
            <a:extLst>
              <a:ext uri="{FF2B5EF4-FFF2-40B4-BE49-F238E27FC236}">
                <a16:creationId xmlns:a16="http://schemas.microsoft.com/office/drawing/2014/main" xmlns="" id="{3776955D-9930-601F-C9DC-F3915057DAC6}"/>
              </a:ext>
            </a:extLst>
          </p:cNvPr>
          <p:cNvGrpSpPr/>
          <p:nvPr/>
        </p:nvGrpSpPr>
        <p:grpSpPr>
          <a:xfrm>
            <a:off x="833474" y="4813935"/>
            <a:ext cx="7699237" cy="625361"/>
            <a:chOff x="746847" y="5091722"/>
            <a:chExt cx="7699237" cy="625361"/>
          </a:xfrm>
        </p:grpSpPr>
        <p:grpSp>
          <p:nvGrpSpPr>
            <p:cNvPr id="59" name="Nhóm 68">
              <a:extLst>
                <a:ext uri="{FF2B5EF4-FFF2-40B4-BE49-F238E27FC236}">
                  <a16:creationId xmlns:a16="http://schemas.microsoft.com/office/drawing/2014/main" xmlns="" id="{65EF6E22-0967-4562-994B-2BDFAD62F74E}"/>
                </a:ext>
              </a:extLst>
            </p:cNvPr>
            <p:cNvGrpSpPr/>
            <p:nvPr/>
          </p:nvGrpSpPr>
          <p:grpSpPr>
            <a:xfrm>
              <a:off x="1744620" y="5225008"/>
              <a:ext cx="6701464" cy="475519"/>
              <a:chOff x="3016935" y="1403691"/>
              <a:chExt cx="6202927" cy="598769"/>
            </a:xfrm>
            <a:solidFill>
              <a:srgbClr val="EE0033"/>
            </a:solidFill>
          </p:grpSpPr>
          <p:sp>
            <p:nvSpPr>
              <p:cNvPr id="65" name="Hình chữ nhật 70">
                <a:extLst>
                  <a:ext uri="{FF2B5EF4-FFF2-40B4-BE49-F238E27FC236}">
                    <a16:creationId xmlns:a16="http://schemas.microsoft.com/office/drawing/2014/main" xmlns="" id="{C0CBB083-94AA-4557-8F76-0EF0FE4E0887}"/>
                  </a:ext>
                </a:extLst>
              </p:cNvPr>
              <p:cNvSpPr/>
              <p:nvPr/>
            </p:nvSpPr>
            <p:spPr>
              <a:xfrm>
                <a:off x="3016935" y="1713618"/>
                <a:ext cx="3076575" cy="288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0">
                  <a:solidFill>
                    <a:srgbClr val="ED1B2F"/>
                  </a:solidFill>
                  <a:latin typeface="Roboto" panose="02000000000000000000" pitchFamily="2" charset="0"/>
                  <a:ea typeface="Tahoma" panose="020B0604030504040204" pitchFamily="34" charset="0"/>
                  <a:cs typeface="Sarabun" pitchFamily="2" charset="-34"/>
                </a:endParaRPr>
              </a:p>
            </p:txBody>
          </p:sp>
          <p:sp>
            <p:nvSpPr>
              <p:cNvPr id="66" name="Hình chữ nhật: Góc Tròn 71">
                <a:extLst>
                  <a:ext uri="{FF2B5EF4-FFF2-40B4-BE49-F238E27FC236}">
                    <a16:creationId xmlns:a16="http://schemas.microsoft.com/office/drawing/2014/main" xmlns="" id="{20B248DC-FDCF-4ED3-BDCB-8844900AAC01}"/>
                  </a:ext>
                </a:extLst>
              </p:cNvPr>
              <p:cNvSpPr/>
              <p:nvPr/>
            </p:nvSpPr>
            <p:spPr>
              <a:xfrm>
                <a:off x="3016935" y="1403691"/>
                <a:ext cx="6202927" cy="59876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0">
                  <a:solidFill>
                    <a:srgbClr val="ED1B2F"/>
                  </a:solidFill>
                  <a:latin typeface="Roboto" panose="02000000000000000000" pitchFamily="2" charset="0"/>
                  <a:ea typeface="Tahoma" panose="020B0604030504040204" pitchFamily="34" charset="0"/>
                  <a:cs typeface="Sarabun" pitchFamily="2" charset="-34"/>
                </a:endParaRPr>
              </a:p>
            </p:txBody>
          </p:sp>
        </p:grpSp>
        <p:grpSp>
          <p:nvGrpSpPr>
            <p:cNvPr id="60" name="Nhóm 65">
              <a:extLst>
                <a:ext uri="{FF2B5EF4-FFF2-40B4-BE49-F238E27FC236}">
                  <a16:creationId xmlns:a16="http://schemas.microsoft.com/office/drawing/2014/main" xmlns="" id="{C69505A6-EF28-4D5A-8A0D-B350C69D059D}"/>
                </a:ext>
              </a:extLst>
            </p:cNvPr>
            <p:cNvGrpSpPr/>
            <p:nvPr/>
          </p:nvGrpSpPr>
          <p:grpSpPr>
            <a:xfrm>
              <a:off x="746847" y="5091722"/>
              <a:ext cx="738169" cy="625361"/>
              <a:chOff x="1515798" y="2034328"/>
              <a:chExt cx="917685" cy="787448"/>
            </a:xfrm>
            <a:solidFill>
              <a:srgbClr val="EE0033"/>
            </a:solidFill>
          </p:grpSpPr>
          <p:sp>
            <p:nvSpPr>
              <p:cNvPr id="63" name="Hình chữ nhật 66">
                <a:extLst>
                  <a:ext uri="{FF2B5EF4-FFF2-40B4-BE49-F238E27FC236}">
                    <a16:creationId xmlns:a16="http://schemas.microsoft.com/office/drawing/2014/main" xmlns="" id="{70C760EF-2885-4934-9A49-2ECA5171A08B}"/>
                  </a:ext>
                </a:extLst>
              </p:cNvPr>
              <p:cNvSpPr/>
              <p:nvPr/>
            </p:nvSpPr>
            <p:spPr>
              <a:xfrm>
                <a:off x="1956288" y="2477729"/>
                <a:ext cx="477195" cy="34404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599">
                  <a:solidFill>
                    <a:srgbClr val="ED1B2F"/>
                  </a:solidFill>
                  <a:latin typeface="Roboto" panose="02000000000000000000" pitchFamily="2" charset="0"/>
                </a:endParaRPr>
              </a:p>
            </p:txBody>
          </p:sp>
          <p:sp>
            <p:nvSpPr>
              <p:cNvPr id="64" name="Hình chữ nhật: Góc Tròn 67">
                <a:extLst>
                  <a:ext uri="{FF2B5EF4-FFF2-40B4-BE49-F238E27FC236}">
                    <a16:creationId xmlns:a16="http://schemas.microsoft.com/office/drawing/2014/main" xmlns="" id="{E82F9108-C3D0-4DFB-A8F7-12509557ED03}"/>
                  </a:ext>
                </a:extLst>
              </p:cNvPr>
              <p:cNvSpPr/>
              <p:nvPr/>
            </p:nvSpPr>
            <p:spPr>
              <a:xfrm>
                <a:off x="1515798" y="2034328"/>
                <a:ext cx="917685" cy="787448"/>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599">
                  <a:solidFill>
                    <a:srgbClr val="ED1B2F"/>
                  </a:solidFill>
                  <a:latin typeface="Roboto" panose="02000000000000000000" pitchFamily="2" charset="0"/>
                </a:endParaRPr>
              </a:p>
            </p:txBody>
          </p:sp>
        </p:grpSp>
        <p:sp>
          <p:nvSpPr>
            <p:cNvPr id="61" name="Hộp Văn bản 72">
              <a:extLst>
                <a:ext uri="{FF2B5EF4-FFF2-40B4-BE49-F238E27FC236}">
                  <a16:creationId xmlns:a16="http://schemas.microsoft.com/office/drawing/2014/main" xmlns="" id="{976A4949-EF56-4944-9D91-58FD9A112841}"/>
                </a:ext>
              </a:extLst>
            </p:cNvPr>
            <p:cNvSpPr txBox="1"/>
            <p:nvPr/>
          </p:nvSpPr>
          <p:spPr>
            <a:xfrm>
              <a:off x="914785" y="5142792"/>
              <a:ext cx="414656" cy="523220"/>
            </a:xfrm>
            <a:prstGeom prst="rect">
              <a:avLst/>
            </a:prstGeom>
            <a:noFill/>
          </p:spPr>
          <p:txBody>
            <a:bodyPr wrap="square" rtlCol="0">
              <a:spAutoFit/>
            </a:bodyPr>
            <a:lstStyle/>
            <a:p>
              <a:pPr algn="ctr"/>
              <a:r>
                <a:rPr lang="en-US" sz="2800">
                  <a:solidFill>
                    <a:schemeClr val="bg1"/>
                  </a:solidFill>
                  <a:latin typeface="FS PF BeauSans Pro" panose="02000500000000020004" pitchFamily="2" charset="0"/>
                  <a:ea typeface="Tahoma" panose="020B0604030504040204" pitchFamily="34" charset="0"/>
                  <a:cs typeface="Sarabun" pitchFamily="2" charset="-34"/>
                </a:rPr>
                <a:t>V</a:t>
              </a:r>
            </a:p>
          </p:txBody>
        </p:sp>
        <p:sp>
          <p:nvSpPr>
            <p:cNvPr id="62" name="TextBox 61">
              <a:extLst>
                <a:ext uri="{FF2B5EF4-FFF2-40B4-BE49-F238E27FC236}">
                  <a16:creationId xmlns:a16="http://schemas.microsoft.com/office/drawing/2014/main" xmlns="" id="{F5CE805D-C2F7-44B1-91DD-7067F9AAD258}"/>
                </a:ext>
              </a:extLst>
            </p:cNvPr>
            <p:cNvSpPr txBox="1"/>
            <p:nvPr/>
          </p:nvSpPr>
          <p:spPr>
            <a:xfrm>
              <a:off x="2029446" y="5262712"/>
              <a:ext cx="6074262" cy="400110"/>
            </a:xfrm>
            <a:prstGeom prst="rect">
              <a:avLst/>
            </a:prstGeom>
            <a:noFill/>
          </p:spPr>
          <p:txBody>
            <a:bodyPr wrap="square" rtlCol="0">
              <a:spAutoFit/>
            </a:bodyPr>
            <a:lstStyle/>
            <a:p>
              <a:r>
                <a:rPr lang="en-GB" sz="2000">
                  <a:solidFill>
                    <a:schemeClr val="bg1"/>
                  </a:solidFill>
                  <a:latin typeface="FS PF BeauSans Pro" panose="02000500000000020004" pitchFamily="2" charset="0"/>
                  <a:ea typeface="Tahoma" panose="020B0604030504040204" pitchFamily="34" charset="0"/>
                  <a:cs typeface="Sarabun" pitchFamily="2" charset="-34"/>
                </a:rPr>
                <a:t>OCCAECAT SUNT</a:t>
              </a:r>
              <a:endParaRPr lang="vi-VN" sz="2000" dirty="0">
                <a:solidFill>
                  <a:schemeClr val="bg1"/>
                </a:solidFill>
                <a:latin typeface="FS PF BeauSans Pro" panose="02000500000000020004" pitchFamily="2" charset="0"/>
                <a:ea typeface="Tahoma" panose="020B0604030504040204" pitchFamily="34" charset="0"/>
                <a:cs typeface="Sarabun" pitchFamily="2" charset="-34"/>
              </a:endParaRPr>
            </a:p>
          </p:txBody>
        </p:sp>
      </p:grpSp>
    </p:spTree>
    <p:extLst>
      <p:ext uri="{BB962C8B-B14F-4D97-AF65-F5344CB8AC3E}">
        <p14:creationId xmlns:p14="http://schemas.microsoft.com/office/powerpoint/2010/main" val="2968700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ext Placeholder 5">
            <a:extLst>
              <a:ext uri="{FF2B5EF4-FFF2-40B4-BE49-F238E27FC236}">
                <a16:creationId xmlns:a16="http://schemas.microsoft.com/office/drawing/2014/main" xmlns="" id="{37423C9C-0455-3BC6-DE46-A583E0FFF600}"/>
              </a:ext>
            </a:extLst>
          </p:cNvPr>
          <p:cNvSpPr txBox="1">
            <a:spLocks/>
          </p:cNvSpPr>
          <p:nvPr/>
        </p:nvSpPr>
        <p:spPr>
          <a:xfrm>
            <a:off x="3050762" y="2548226"/>
            <a:ext cx="8778319" cy="914221"/>
          </a:xfrm>
          <a:prstGeom prst="rect">
            <a:avLst/>
          </a:prstGeom>
        </p:spPr>
        <p:txBody>
          <a:bodyPr>
            <a:normAutofit/>
          </a:bodyPr>
          <a:lstStyle>
            <a:lvl1pPr marL="0" marR="0" indent="0" algn="l" defTabSz="1828343" rtl="0" eaLnBrk="1" fontAlgn="auto" latinLnBrk="0" hangingPunct="1">
              <a:lnSpc>
                <a:spcPct val="90000"/>
              </a:lnSpc>
              <a:spcBef>
                <a:spcPts val="2000"/>
              </a:spcBef>
              <a:spcAft>
                <a:spcPts val="0"/>
              </a:spcAft>
              <a:buClrTx/>
              <a:buSzTx/>
              <a:buFont typeface="Arial" panose="020B0604020202020204" pitchFamily="34" charset="0"/>
              <a:buNone/>
              <a:tabLst/>
              <a:defRPr lang="en-US" sz="3599" kern="1200" dirty="0">
                <a:solidFill>
                  <a:schemeClr val="tx1"/>
                </a:solidFill>
                <a:latin typeface="FS PF BeauSans Pro" panose="02000500000000020004" pitchFamily="2" charset="0"/>
                <a:ea typeface="+mn-ea"/>
                <a:cs typeface="+mn-cs"/>
              </a:defRPr>
            </a:lvl1pPr>
            <a:lvl2pPr marL="1371257" indent="-457086" algn="l" defTabSz="1828343" rtl="0" eaLnBrk="1" latinLnBrk="0" hangingPunct="1">
              <a:lnSpc>
                <a:spcPct val="90000"/>
              </a:lnSpc>
              <a:spcBef>
                <a:spcPts val="1000"/>
              </a:spcBef>
              <a:buFont typeface="Arial" panose="020B0604020202020204" pitchFamily="34" charset="0"/>
              <a:buChar char="•"/>
              <a:defRPr lang="en-US" sz="3599" kern="1200" dirty="0">
                <a:solidFill>
                  <a:schemeClr val="tx1"/>
                </a:solidFill>
                <a:latin typeface="FS PF BeauSans Pro" panose="02000500000000020004" pitchFamily="2" charset="0"/>
                <a:ea typeface="+mn-ea"/>
                <a:cs typeface="+mn-cs"/>
              </a:defRPr>
            </a:lvl2pPr>
            <a:lvl3pPr marL="2285429" indent="-457086" algn="l" defTabSz="1828343" rtl="0" eaLnBrk="1" latinLnBrk="0" hangingPunct="1">
              <a:lnSpc>
                <a:spcPct val="90000"/>
              </a:lnSpc>
              <a:spcBef>
                <a:spcPts val="1000"/>
              </a:spcBef>
              <a:buFont typeface="Arial" panose="020B0604020202020204" pitchFamily="34" charset="0"/>
              <a:buChar char="•"/>
              <a:defRPr lang="en-US" sz="3599" kern="1200" dirty="0">
                <a:solidFill>
                  <a:schemeClr val="tx1"/>
                </a:solidFill>
                <a:latin typeface="FS PF BeauSans Pro" panose="02000500000000020004" pitchFamily="2" charset="0"/>
                <a:ea typeface="+mn-ea"/>
                <a:cs typeface="+mn-cs"/>
              </a:defRPr>
            </a:lvl3pPr>
            <a:lvl4pPr marL="3199600" indent="-457086" algn="l" defTabSz="1828343" rtl="0" eaLnBrk="1" latinLnBrk="0" hangingPunct="1">
              <a:lnSpc>
                <a:spcPct val="90000"/>
              </a:lnSpc>
              <a:spcBef>
                <a:spcPts val="1000"/>
              </a:spcBef>
              <a:buFont typeface="Arial" panose="020B0604020202020204" pitchFamily="34" charset="0"/>
              <a:buChar char="•"/>
              <a:defRPr lang="en-US" sz="3599" kern="1200" dirty="0">
                <a:solidFill>
                  <a:schemeClr val="tx1"/>
                </a:solidFill>
                <a:latin typeface="FS PF BeauSans Pro" panose="02000500000000020004" pitchFamily="2" charset="0"/>
                <a:ea typeface="+mn-ea"/>
                <a:cs typeface="+mn-cs"/>
              </a:defRPr>
            </a:lvl4pPr>
            <a:lvl5pPr marL="4113771" indent="-457086" algn="l" defTabSz="1828343" rtl="0" eaLnBrk="1" latinLnBrk="0" hangingPunct="1">
              <a:lnSpc>
                <a:spcPct val="90000"/>
              </a:lnSpc>
              <a:spcBef>
                <a:spcPts val="1000"/>
              </a:spcBef>
              <a:buFont typeface="Arial" panose="020B0604020202020204" pitchFamily="34" charset="0"/>
              <a:buChar char="•"/>
              <a:defRPr lang="en-US" sz="3599" kern="1200" dirty="0">
                <a:solidFill>
                  <a:schemeClr val="tx1"/>
                </a:solidFill>
                <a:latin typeface="FS PF BeauSans Pro" panose="02000500000000020004" pitchFamily="2" charset="0"/>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GB" sz="2400" dirty="0">
                <a:solidFill>
                  <a:srgbClr val="EE0033"/>
                </a:solidFill>
                <a:cs typeface="Sarabun" pitchFamily="2" charset="-34"/>
              </a:rPr>
              <a:t>INCIDIDUNT SUNT OCCAECAT SUNT</a:t>
            </a:r>
            <a:endParaRPr lang="vi-VN" sz="2400" dirty="0">
              <a:solidFill>
                <a:srgbClr val="EE0033"/>
              </a:solidFill>
              <a:cs typeface="Sarabun" pitchFamily="2" charset="-34"/>
            </a:endParaRPr>
          </a:p>
        </p:txBody>
      </p:sp>
      <p:sp>
        <p:nvSpPr>
          <p:cNvPr id="72" name="Text Placeholder 6">
            <a:extLst>
              <a:ext uri="{FF2B5EF4-FFF2-40B4-BE49-F238E27FC236}">
                <a16:creationId xmlns:a16="http://schemas.microsoft.com/office/drawing/2014/main" xmlns="" id="{6942F4F4-403C-A5D9-5273-5A8EA84754FC}"/>
              </a:ext>
            </a:extLst>
          </p:cNvPr>
          <p:cNvSpPr txBox="1">
            <a:spLocks/>
          </p:cNvSpPr>
          <p:nvPr/>
        </p:nvSpPr>
        <p:spPr>
          <a:xfrm>
            <a:off x="1383928" y="2765326"/>
            <a:ext cx="914221" cy="914221"/>
          </a:xfrm>
          <a:prstGeom prst="rect">
            <a:avLst/>
          </a:prstGeom>
        </p:spPr>
        <p:txBody>
          <a:bodyPr vert="horz" lIns="91423" tIns="45711" rIns="91423" bIns="45711" rtlCol="0">
            <a:normAutofit/>
          </a:bodyPr>
          <a:lstStyle>
            <a:lvl1pPr marL="0" indent="0" algn="l" defTabSz="914400" rtl="0" eaLnBrk="1" latinLnBrk="0" hangingPunct="1">
              <a:lnSpc>
                <a:spcPct val="90000"/>
              </a:lnSpc>
              <a:spcBef>
                <a:spcPts val="1000"/>
              </a:spcBef>
              <a:buFont typeface="Arial" panose="020B0604020202020204" pitchFamily="34" charset="0"/>
              <a:buNone/>
              <a:defRPr sz="5000" b="1" kern="1200">
                <a:solidFill>
                  <a:schemeClr val="bg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999" b="0">
                <a:latin typeface="FS PF BeauSans Pro" panose="02000500000000020004" pitchFamily="2" charset="0"/>
                <a:cs typeface="Sarabun" pitchFamily="2" charset="-34"/>
              </a:rPr>
              <a:t>I</a:t>
            </a:r>
          </a:p>
        </p:txBody>
      </p:sp>
    </p:spTree>
    <p:extLst>
      <p:ext uri="{BB962C8B-B14F-4D97-AF65-F5344CB8AC3E}">
        <p14:creationId xmlns:p14="http://schemas.microsoft.com/office/powerpoint/2010/main" val="176581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94CC316-4FD2-182F-002F-A5AB8071A053}"/>
            </a:ext>
          </a:extLst>
        </p:cNvPr>
        <p:cNvGrpSpPr/>
        <p:nvPr/>
      </p:nvGrpSpPr>
      <p:grpSpPr>
        <a:xfrm>
          <a:off x="0" y="0"/>
          <a:ext cx="0" cy="0"/>
          <a:chOff x="0" y="0"/>
          <a:chExt cx="0" cy="0"/>
        </a:xfrm>
      </p:grpSpPr>
      <p:sp>
        <p:nvSpPr>
          <p:cNvPr id="33" name="Title 28">
            <a:extLst>
              <a:ext uri="{FF2B5EF4-FFF2-40B4-BE49-F238E27FC236}">
                <a16:creationId xmlns:a16="http://schemas.microsoft.com/office/drawing/2014/main" xmlns="" id="{960A7D86-4BD1-E2D1-4A17-FD1F216B9FC5}"/>
              </a:ext>
            </a:extLst>
          </p:cNvPr>
          <p:cNvSpPr txBox="1">
            <a:spLocks/>
          </p:cNvSpPr>
          <p:nvPr/>
        </p:nvSpPr>
        <p:spPr>
          <a:xfrm>
            <a:off x="301029" y="200515"/>
            <a:ext cx="10513547" cy="511855"/>
          </a:xfrm>
          <a:prstGeom prst="rect">
            <a:avLst/>
          </a:prstGeom>
        </p:spPr>
        <p:txBody>
          <a:bodyPr anchor="b"/>
          <a:lstStyle>
            <a:lvl1pPr algn="ctr" defTabSz="1828343" rtl="0" eaLnBrk="1" latinLnBrk="0" hangingPunct="1">
              <a:lnSpc>
                <a:spcPct val="90000"/>
              </a:lnSpc>
              <a:spcBef>
                <a:spcPct val="0"/>
              </a:spcBef>
              <a:buNone/>
              <a:defRPr lang="en-US" sz="11997" kern="1200">
                <a:solidFill>
                  <a:srgbClr val="EE0033"/>
                </a:solidFill>
                <a:latin typeface="FS PF BeauSans Pro SemiBold" panose="02000503000000020004" pitchFamily="2" charset="0"/>
                <a:ea typeface="+mn-ea"/>
                <a:cs typeface="+mn-cs"/>
              </a:defRPr>
            </a:lvl1pPr>
          </a:lstStyle>
          <a:p>
            <a:pPr algn="l"/>
            <a:r>
              <a:rPr lang="en-GB" sz="2400">
                <a:latin typeface="FS PF BeauSans Pro" panose="02000500000000020004" pitchFamily="2" charset="0"/>
                <a:cs typeface="Sarabun" pitchFamily="2" charset="-34"/>
              </a:rPr>
              <a:t>I. </a:t>
            </a:r>
            <a:r>
              <a:rPr lang="en-GB" sz="2400" dirty="0">
                <a:latin typeface="FS PF BeauSans Pro" panose="02000500000000020004" pitchFamily="2" charset="0"/>
                <a:cs typeface="Sarabun" pitchFamily="2" charset="-34"/>
              </a:rPr>
              <a:t>INCIDIDUNT SUNT OCCAECAT SUNT</a:t>
            </a:r>
            <a:endParaRPr lang="vi-VN" sz="2400" dirty="0">
              <a:latin typeface="FS PF BeauSans Pro" panose="02000500000000020004" pitchFamily="2" charset="0"/>
              <a:cs typeface="Sarabun" pitchFamily="2" charset="-34"/>
            </a:endParaRPr>
          </a:p>
        </p:txBody>
      </p:sp>
      <p:sp>
        <p:nvSpPr>
          <p:cNvPr id="8" name="TextBox 7">
            <a:extLst>
              <a:ext uri="{FF2B5EF4-FFF2-40B4-BE49-F238E27FC236}">
                <a16:creationId xmlns:a16="http://schemas.microsoft.com/office/drawing/2014/main" xmlns="" id="{30237F01-61F8-48DF-BA7B-AE300336C308}"/>
              </a:ext>
            </a:extLst>
          </p:cNvPr>
          <p:cNvSpPr txBox="1"/>
          <p:nvPr/>
        </p:nvSpPr>
        <p:spPr>
          <a:xfrm>
            <a:off x="602783" y="791459"/>
            <a:ext cx="6462834" cy="4951099"/>
          </a:xfrm>
          <a:prstGeom prst="rect">
            <a:avLst/>
          </a:prstGeom>
          <a:noFill/>
        </p:spPr>
        <p:txBody>
          <a:bodyPr wrap="square">
            <a:spAutoFit/>
          </a:bodyPr>
          <a:lstStyle/>
          <a:p>
            <a:pPr marL="288000" indent="-288000">
              <a:lnSpc>
                <a:spcPct val="120000"/>
              </a:lnSpc>
              <a:spcBef>
                <a:spcPts val="600"/>
              </a:spcBef>
              <a:spcAft>
                <a:spcPts val="600"/>
              </a:spcAft>
              <a:buFont typeface="Arial" panose="020B0604020202020204" pitchFamily="34" charset="0"/>
              <a:buChar char="•"/>
            </a:pPr>
            <a:r>
              <a:rPr lang="en-GB" sz="1600">
                <a:latin typeface="Roboto" panose="02000000000000000000" pitchFamily="2" charset="0"/>
                <a:ea typeface="Roboto" panose="02000000000000000000" pitchFamily="2" charset="0"/>
              </a:rPr>
              <a:t>Dolore officia eiusmod cillum incididunt nostrud ut ut. Deserunt pariatur proident dolore excepteur et do ad cillum dolore Lorem laborum ad nisi. Nulla consequat in exercitation commodo aute exercitation proident ullamco laborum eu nisi velit in dolor velit eu velit elit id. Sint exercitation cillum exercitation duis commodo elit commodo quis irure ut et do ullamco. Aliqua officia sint duis cupidatat non amet non qui ad cupidatat ad sunt incididunt qui adipisicing.</a:t>
            </a:r>
          </a:p>
          <a:p>
            <a:pPr marL="288000" indent="-288000">
              <a:lnSpc>
                <a:spcPct val="120000"/>
              </a:lnSpc>
              <a:spcBef>
                <a:spcPts val="600"/>
              </a:spcBef>
              <a:spcAft>
                <a:spcPts val="600"/>
              </a:spcAft>
              <a:buFont typeface="Arial" panose="020B0604020202020204" pitchFamily="34" charset="0"/>
              <a:buChar char="•"/>
            </a:pPr>
            <a:r>
              <a:rPr lang="en-GB" sz="1600">
                <a:latin typeface="Roboto" panose="02000000000000000000" pitchFamily="2" charset="0"/>
                <a:ea typeface="Roboto" panose="02000000000000000000" pitchFamily="2" charset="0"/>
              </a:rPr>
              <a:t>Ut nisi sunt nulla cillum dolore velit cillum elit dolor sint cillum fugiat nostrud sint cillum ea. Tempor consectetur consequat deserunt nisi eiusmod consequat amet culpa in est aliqua velit exercitation consequat. Non consectetur qui anim consectetur ipsum commodo mollit enim magna labore excepteur elit ex officia excepteur. Labore elit laboris mollit cupidatat ad magna exercitation exercitation mollit quis quis quis aliquip sunt tempor minim eiusmod.</a:t>
            </a:r>
          </a:p>
        </p:txBody>
      </p:sp>
      <p:pic>
        <p:nvPicPr>
          <p:cNvPr id="3" name="Picture 2">
            <a:extLst>
              <a:ext uri="{FF2B5EF4-FFF2-40B4-BE49-F238E27FC236}">
                <a16:creationId xmlns:a16="http://schemas.microsoft.com/office/drawing/2014/main" xmlns="" id="{B01AFFC2-0DA0-4371-A615-68AA3E41F30A}"/>
              </a:ext>
            </a:extLst>
          </p:cNvPr>
          <p:cNvPicPr>
            <a:picLocks noChangeAspect="1"/>
          </p:cNvPicPr>
          <p:nvPr/>
        </p:nvPicPr>
        <p:blipFill rotWithShape="1">
          <a:blip r:embed="rId3"/>
          <a:srcRect l="4402" t="4256" r="7825"/>
          <a:stretch/>
        </p:blipFill>
        <p:spPr>
          <a:xfrm>
            <a:off x="7065616" y="960366"/>
            <a:ext cx="4695092" cy="4163932"/>
          </a:xfrm>
          <a:prstGeom prst="rect">
            <a:avLst/>
          </a:prstGeom>
        </p:spPr>
      </p:pic>
    </p:spTree>
    <p:extLst>
      <p:ext uri="{BB962C8B-B14F-4D97-AF65-F5344CB8AC3E}">
        <p14:creationId xmlns:p14="http://schemas.microsoft.com/office/powerpoint/2010/main" val="2077304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ext Placeholder 5">
            <a:extLst>
              <a:ext uri="{FF2B5EF4-FFF2-40B4-BE49-F238E27FC236}">
                <a16:creationId xmlns:a16="http://schemas.microsoft.com/office/drawing/2014/main" xmlns="" id="{37423C9C-0455-3BC6-DE46-A583E0FFF600}"/>
              </a:ext>
            </a:extLst>
          </p:cNvPr>
          <p:cNvSpPr txBox="1">
            <a:spLocks/>
          </p:cNvSpPr>
          <p:nvPr/>
        </p:nvSpPr>
        <p:spPr>
          <a:xfrm>
            <a:off x="3050762" y="2548226"/>
            <a:ext cx="8778319" cy="914221"/>
          </a:xfrm>
          <a:prstGeom prst="rect">
            <a:avLst/>
          </a:prstGeom>
        </p:spPr>
        <p:txBody>
          <a:bodyPr>
            <a:normAutofit/>
          </a:bodyPr>
          <a:lstStyle>
            <a:lvl1pPr marL="0" marR="0" indent="0" algn="l" defTabSz="1828343" rtl="0" eaLnBrk="1" fontAlgn="auto" latinLnBrk="0" hangingPunct="1">
              <a:lnSpc>
                <a:spcPct val="90000"/>
              </a:lnSpc>
              <a:spcBef>
                <a:spcPts val="2000"/>
              </a:spcBef>
              <a:spcAft>
                <a:spcPts val="0"/>
              </a:spcAft>
              <a:buClrTx/>
              <a:buSzTx/>
              <a:buFont typeface="Arial" panose="020B0604020202020204" pitchFamily="34" charset="0"/>
              <a:buNone/>
              <a:tabLst/>
              <a:defRPr lang="en-US" sz="3599" kern="1200" dirty="0">
                <a:solidFill>
                  <a:schemeClr val="tx1"/>
                </a:solidFill>
                <a:latin typeface="FS PF BeauSans Pro" panose="02000500000000020004" pitchFamily="2" charset="0"/>
                <a:ea typeface="+mn-ea"/>
                <a:cs typeface="+mn-cs"/>
              </a:defRPr>
            </a:lvl1pPr>
            <a:lvl2pPr marL="1371257" indent="-457086" algn="l" defTabSz="1828343" rtl="0" eaLnBrk="1" latinLnBrk="0" hangingPunct="1">
              <a:lnSpc>
                <a:spcPct val="90000"/>
              </a:lnSpc>
              <a:spcBef>
                <a:spcPts val="1000"/>
              </a:spcBef>
              <a:buFont typeface="Arial" panose="020B0604020202020204" pitchFamily="34" charset="0"/>
              <a:buChar char="•"/>
              <a:defRPr lang="en-US" sz="3599" kern="1200" dirty="0">
                <a:solidFill>
                  <a:schemeClr val="tx1"/>
                </a:solidFill>
                <a:latin typeface="FS PF BeauSans Pro" panose="02000500000000020004" pitchFamily="2" charset="0"/>
                <a:ea typeface="+mn-ea"/>
                <a:cs typeface="+mn-cs"/>
              </a:defRPr>
            </a:lvl2pPr>
            <a:lvl3pPr marL="2285429" indent="-457086" algn="l" defTabSz="1828343" rtl="0" eaLnBrk="1" latinLnBrk="0" hangingPunct="1">
              <a:lnSpc>
                <a:spcPct val="90000"/>
              </a:lnSpc>
              <a:spcBef>
                <a:spcPts val="1000"/>
              </a:spcBef>
              <a:buFont typeface="Arial" panose="020B0604020202020204" pitchFamily="34" charset="0"/>
              <a:buChar char="•"/>
              <a:defRPr lang="en-US" sz="3599" kern="1200" dirty="0">
                <a:solidFill>
                  <a:schemeClr val="tx1"/>
                </a:solidFill>
                <a:latin typeface="FS PF BeauSans Pro" panose="02000500000000020004" pitchFamily="2" charset="0"/>
                <a:ea typeface="+mn-ea"/>
                <a:cs typeface="+mn-cs"/>
              </a:defRPr>
            </a:lvl3pPr>
            <a:lvl4pPr marL="3199600" indent="-457086" algn="l" defTabSz="1828343" rtl="0" eaLnBrk="1" latinLnBrk="0" hangingPunct="1">
              <a:lnSpc>
                <a:spcPct val="90000"/>
              </a:lnSpc>
              <a:spcBef>
                <a:spcPts val="1000"/>
              </a:spcBef>
              <a:buFont typeface="Arial" panose="020B0604020202020204" pitchFamily="34" charset="0"/>
              <a:buChar char="•"/>
              <a:defRPr lang="en-US" sz="3599" kern="1200" dirty="0">
                <a:solidFill>
                  <a:schemeClr val="tx1"/>
                </a:solidFill>
                <a:latin typeface="FS PF BeauSans Pro" panose="02000500000000020004" pitchFamily="2" charset="0"/>
                <a:ea typeface="+mn-ea"/>
                <a:cs typeface="+mn-cs"/>
              </a:defRPr>
            </a:lvl4pPr>
            <a:lvl5pPr marL="4113771" indent="-457086" algn="l" defTabSz="1828343" rtl="0" eaLnBrk="1" latinLnBrk="0" hangingPunct="1">
              <a:lnSpc>
                <a:spcPct val="90000"/>
              </a:lnSpc>
              <a:spcBef>
                <a:spcPts val="1000"/>
              </a:spcBef>
              <a:buFont typeface="Arial" panose="020B0604020202020204" pitchFamily="34" charset="0"/>
              <a:buChar char="•"/>
              <a:defRPr lang="en-US" sz="3599" kern="1200" dirty="0">
                <a:solidFill>
                  <a:schemeClr val="tx1"/>
                </a:solidFill>
                <a:latin typeface="FS PF BeauSans Pro" panose="02000500000000020004" pitchFamily="2" charset="0"/>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GB" sz="2400">
                <a:solidFill>
                  <a:srgbClr val="EE0033"/>
                </a:solidFill>
                <a:cs typeface="Sarabun" pitchFamily="2" charset="-34"/>
              </a:rPr>
              <a:t>HỆ THỐNG ĐIỀU HÀNH CHỈ HUY</a:t>
            </a:r>
          </a:p>
        </p:txBody>
      </p:sp>
      <p:sp>
        <p:nvSpPr>
          <p:cNvPr id="72" name="Text Placeholder 6">
            <a:extLst>
              <a:ext uri="{FF2B5EF4-FFF2-40B4-BE49-F238E27FC236}">
                <a16:creationId xmlns:a16="http://schemas.microsoft.com/office/drawing/2014/main" xmlns="" id="{6942F4F4-403C-A5D9-5273-5A8EA84754FC}"/>
              </a:ext>
            </a:extLst>
          </p:cNvPr>
          <p:cNvSpPr txBox="1">
            <a:spLocks/>
          </p:cNvSpPr>
          <p:nvPr/>
        </p:nvSpPr>
        <p:spPr>
          <a:xfrm>
            <a:off x="1433804" y="2765326"/>
            <a:ext cx="914221" cy="914221"/>
          </a:xfrm>
          <a:prstGeom prst="rect">
            <a:avLst/>
          </a:prstGeom>
        </p:spPr>
        <p:txBody>
          <a:bodyPr vert="horz" lIns="91423" tIns="45711" rIns="91423" bIns="45711" rtlCol="0">
            <a:normAutofit/>
          </a:bodyPr>
          <a:lstStyle>
            <a:lvl1pPr marL="0" indent="0" algn="l" defTabSz="914400" rtl="0" eaLnBrk="1" latinLnBrk="0" hangingPunct="1">
              <a:lnSpc>
                <a:spcPct val="90000"/>
              </a:lnSpc>
              <a:spcBef>
                <a:spcPts val="1000"/>
              </a:spcBef>
              <a:buFont typeface="Arial" panose="020B0604020202020204" pitchFamily="34" charset="0"/>
              <a:buNone/>
              <a:defRPr sz="5000" b="1" kern="1200">
                <a:solidFill>
                  <a:schemeClr val="bg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999" b="0">
                <a:latin typeface="FS PF BeauSans Pro" panose="02000500000000020004" pitchFamily="2" charset="0"/>
                <a:cs typeface="Sarabun" pitchFamily="2" charset="-34"/>
              </a:rPr>
              <a:t>II</a:t>
            </a:r>
          </a:p>
        </p:txBody>
      </p:sp>
    </p:spTree>
    <p:extLst>
      <p:ext uri="{BB962C8B-B14F-4D97-AF65-F5344CB8AC3E}">
        <p14:creationId xmlns:p14="http://schemas.microsoft.com/office/powerpoint/2010/main" val="2247102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60F09A1-DF2D-CF69-1633-481DC270AFDF}"/>
            </a:ext>
          </a:extLst>
        </p:cNvPr>
        <p:cNvGrpSpPr/>
        <p:nvPr/>
      </p:nvGrpSpPr>
      <p:grpSpPr>
        <a:xfrm>
          <a:off x="0" y="0"/>
          <a:ext cx="0" cy="0"/>
          <a:chOff x="0" y="0"/>
          <a:chExt cx="0" cy="0"/>
        </a:xfrm>
      </p:grpSpPr>
      <p:sp>
        <p:nvSpPr>
          <p:cNvPr id="33" name="Title 28">
            <a:extLst>
              <a:ext uri="{FF2B5EF4-FFF2-40B4-BE49-F238E27FC236}">
                <a16:creationId xmlns:a16="http://schemas.microsoft.com/office/drawing/2014/main" xmlns="" id="{50DA25A5-8AA5-8B35-EB1D-9F9920C06CD0}"/>
              </a:ext>
            </a:extLst>
          </p:cNvPr>
          <p:cNvSpPr txBox="1">
            <a:spLocks/>
          </p:cNvSpPr>
          <p:nvPr/>
        </p:nvSpPr>
        <p:spPr>
          <a:xfrm>
            <a:off x="301029" y="200515"/>
            <a:ext cx="10513547" cy="511855"/>
          </a:xfrm>
          <a:prstGeom prst="rect">
            <a:avLst/>
          </a:prstGeom>
        </p:spPr>
        <p:txBody>
          <a:bodyPr anchor="b"/>
          <a:lstStyle>
            <a:lvl1pPr algn="ctr" defTabSz="1828343" rtl="0" eaLnBrk="1" latinLnBrk="0" hangingPunct="1">
              <a:lnSpc>
                <a:spcPct val="90000"/>
              </a:lnSpc>
              <a:spcBef>
                <a:spcPct val="0"/>
              </a:spcBef>
              <a:buNone/>
              <a:defRPr lang="en-US" sz="11997" kern="1200">
                <a:solidFill>
                  <a:srgbClr val="EE0033"/>
                </a:solidFill>
                <a:latin typeface="FS PF BeauSans Pro SemiBold" panose="02000503000000020004" pitchFamily="2" charset="0"/>
                <a:ea typeface="+mn-ea"/>
                <a:cs typeface="+mn-cs"/>
              </a:defRPr>
            </a:lvl1pPr>
          </a:lstStyle>
          <a:p>
            <a:pPr algn="l"/>
            <a:r>
              <a:rPr lang="en-GB" sz="2400">
                <a:latin typeface="FS PF BeauSans Pro" panose="02000500000000020004" pitchFamily="2" charset="0"/>
                <a:cs typeface="Sarabun" pitchFamily="2" charset="-34"/>
              </a:rPr>
              <a:t>II. </a:t>
            </a:r>
            <a:r>
              <a:rPr lang="en-GB" sz="2400" dirty="0">
                <a:latin typeface="FS PF BeauSans Pro" panose="02000500000000020004" pitchFamily="2" charset="0"/>
                <a:cs typeface="Sarabun" pitchFamily="2" charset="-34"/>
              </a:rPr>
              <a:t>INCIDIDUNT SUNT OCCAECAT SUNT</a:t>
            </a:r>
          </a:p>
        </p:txBody>
      </p:sp>
      <p:sp>
        <p:nvSpPr>
          <p:cNvPr id="34" name="Text Placeholder 29">
            <a:extLst>
              <a:ext uri="{FF2B5EF4-FFF2-40B4-BE49-F238E27FC236}">
                <a16:creationId xmlns:a16="http://schemas.microsoft.com/office/drawing/2014/main" xmlns="" id="{39A905D6-8505-5A49-B91B-9761ACBF4042}"/>
              </a:ext>
            </a:extLst>
          </p:cNvPr>
          <p:cNvSpPr txBox="1">
            <a:spLocks/>
          </p:cNvSpPr>
          <p:nvPr/>
        </p:nvSpPr>
        <p:spPr>
          <a:xfrm>
            <a:off x="602781" y="796424"/>
            <a:ext cx="10513547" cy="365125"/>
          </a:xfrm>
          <a:prstGeom prst="rect">
            <a:avLst/>
          </a:prstGeom>
        </p:spPr>
        <p:txBody>
          <a:bodyPr/>
          <a:lstStyle>
            <a:lvl1pPr marL="0" marR="0" indent="0" algn="l" defTabSz="1828343" rtl="0" eaLnBrk="1" fontAlgn="auto" latinLnBrk="0" hangingPunct="1">
              <a:lnSpc>
                <a:spcPct val="90000"/>
              </a:lnSpc>
              <a:spcBef>
                <a:spcPts val="2000"/>
              </a:spcBef>
              <a:spcAft>
                <a:spcPts val="0"/>
              </a:spcAft>
              <a:buClrTx/>
              <a:buSzTx/>
              <a:buFont typeface="Arial" panose="020B0604020202020204" pitchFamily="34" charset="0"/>
              <a:buNone/>
              <a:tabLst/>
              <a:defRPr lang="en-US" sz="3599" kern="1200" dirty="0">
                <a:solidFill>
                  <a:schemeClr val="tx1"/>
                </a:solidFill>
                <a:latin typeface="FS PF BeauSans Pro" panose="02000500000000020004" pitchFamily="2" charset="0"/>
                <a:ea typeface="+mn-ea"/>
                <a:cs typeface="+mn-cs"/>
              </a:defRPr>
            </a:lvl1pPr>
            <a:lvl2pPr marL="1371257" indent="-457086" algn="l" defTabSz="1828343" rtl="0" eaLnBrk="1" latinLnBrk="0" hangingPunct="1">
              <a:lnSpc>
                <a:spcPct val="90000"/>
              </a:lnSpc>
              <a:spcBef>
                <a:spcPts val="1000"/>
              </a:spcBef>
              <a:buFont typeface="Arial" panose="020B0604020202020204" pitchFamily="34" charset="0"/>
              <a:buChar char="•"/>
              <a:defRPr lang="en-US" sz="3599" kern="1200" dirty="0">
                <a:solidFill>
                  <a:schemeClr val="tx1"/>
                </a:solidFill>
                <a:latin typeface="FS PF BeauSans Pro" panose="02000500000000020004" pitchFamily="2" charset="0"/>
                <a:ea typeface="+mn-ea"/>
                <a:cs typeface="+mn-cs"/>
              </a:defRPr>
            </a:lvl2pPr>
            <a:lvl3pPr marL="2285429" indent="-457086" algn="l" defTabSz="1828343" rtl="0" eaLnBrk="1" latinLnBrk="0" hangingPunct="1">
              <a:lnSpc>
                <a:spcPct val="90000"/>
              </a:lnSpc>
              <a:spcBef>
                <a:spcPts val="1000"/>
              </a:spcBef>
              <a:buFont typeface="Arial" panose="020B0604020202020204" pitchFamily="34" charset="0"/>
              <a:buChar char="•"/>
              <a:defRPr lang="en-US" sz="3599" kern="1200" dirty="0">
                <a:solidFill>
                  <a:schemeClr val="tx1"/>
                </a:solidFill>
                <a:latin typeface="FS PF BeauSans Pro" panose="02000500000000020004" pitchFamily="2" charset="0"/>
                <a:ea typeface="+mn-ea"/>
                <a:cs typeface="+mn-cs"/>
              </a:defRPr>
            </a:lvl3pPr>
            <a:lvl4pPr marL="3199600" indent="-457086" algn="l" defTabSz="1828343" rtl="0" eaLnBrk="1" latinLnBrk="0" hangingPunct="1">
              <a:lnSpc>
                <a:spcPct val="90000"/>
              </a:lnSpc>
              <a:spcBef>
                <a:spcPts val="1000"/>
              </a:spcBef>
              <a:buFont typeface="Arial" panose="020B0604020202020204" pitchFamily="34" charset="0"/>
              <a:buChar char="•"/>
              <a:defRPr lang="en-US" sz="3599" kern="1200" dirty="0">
                <a:solidFill>
                  <a:schemeClr val="tx1"/>
                </a:solidFill>
                <a:latin typeface="FS PF BeauSans Pro" panose="02000500000000020004" pitchFamily="2" charset="0"/>
                <a:ea typeface="+mn-ea"/>
                <a:cs typeface="+mn-cs"/>
              </a:defRPr>
            </a:lvl4pPr>
            <a:lvl5pPr marL="4113771" indent="-457086" algn="l" defTabSz="1828343" rtl="0" eaLnBrk="1" latinLnBrk="0" hangingPunct="1">
              <a:lnSpc>
                <a:spcPct val="90000"/>
              </a:lnSpc>
              <a:spcBef>
                <a:spcPts val="1000"/>
              </a:spcBef>
              <a:buFont typeface="Arial" panose="020B0604020202020204" pitchFamily="34" charset="0"/>
              <a:buChar char="•"/>
              <a:defRPr lang="en-US" sz="3599" kern="1200" dirty="0">
                <a:solidFill>
                  <a:schemeClr val="tx1"/>
                </a:solidFill>
                <a:latin typeface="FS PF BeauSans Pro" panose="02000500000000020004" pitchFamily="2" charset="0"/>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vi-VN" sz="1600" b="1"/>
              <a:t> </a:t>
            </a:r>
            <a:r>
              <a:rPr lang="en-US" sz="2000" b="1"/>
              <a:t>1. </a:t>
            </a:r>
            <a:r>
              <a:rPr lang="en-GB" sz="2000" dirty="0">
                <a:cs typeface="Sarabun" pitchFamily="2" charset="-34"/>
              </a:rPr>
              <a:t>INCIDIDUNT SUNT OCCAECAT SUNT</a:t>
            </a:r>
            <a:endParaRPr lang="vi-VN" sz="2000">
              <a:cs typeface="Sarabun" pitchFamily="2" charset="-34"/>
            </a:endParaRPr>
          </a:p>
        </p:txBody>
      </p:sp>
      <p:sp>
        <p:nvSpPr>
          <p:cNvPr id="2" name="TextBox 1">
            <a:extLst>
              <a:ext uri="{FF2B5EF4-FFF2-40B4-BE49-F238E27FC236}">
                <a16:creationId xmlns:a16="http://schemas.microsoft.com/office/drawing/2014/main" xmlns="" id="{76E32171-ED2E-B3F2-7391-22202D9C2AE4}"/>
              </a:ext>
            </a:extLst>
          </p:cNvPr>
          <p:cNvSpPr txBox="1"/>
          <p:nvPr/>
        </p:nvSpPr>
        <p:spPr>
          <a:xfrm>
            <a:off x="820366" y="1271081"/>
            <a:ext cx="10551268" cy="1547090"/>
          </a:xfrm>
          <a:prstGeom prst="rect">
            <a:avLst/>
          </a:prstGeom>
          <a:noFill/>
        </p:spPr>
        <p:txBody>
          <a:bodyPr wrap="square" rtlCol="0">
            <a:spAutoFit/>
          </a:bodyPr>
          <a:lstStyle/>
          <a:p>
            <a:pPr>
              <a:lnSpc>
                <a:spcPct val="120000"/>
              </a:lnSpc>
            </a:pPr>
            <a:r>
              <a:rPr lang="en-GB" sz="1600">
                <a:latin typeface="Roboto" panose="02000000000000000000" pitchFamily="2" charset="0"/>
                <a:ea typeface="Roboto" panose="02000000000000000000" pitchFamily="2" charset="0"/>
              </a:rPr>
              <a:t>Dolore officia eiusmod cillum incididunt nostrud ut ut. Deserunt pariatur proident dolore excepteur et do ad cillum dolore Lorem laborum ad nisi. Nulla consequat in exercitation commodo aute exercitation proident ullamco laborum eu nisi velit in dolor velit eu velit elit id. Sint exercitation cillum exercitation duis commodo elit commodo quis irure ut et do ullamco. Aliqua officia sint duis cupidatat non amet non qui ad cupidatat ad sunt incididunt qui adipisicing.</a:t>
            </a:r>
          </a:p>
        </p:txBody>
      </p:sp>
      <p:grpSp>
        <p:nvGrpSpPr>
          <p:cNvPr id="3" name="Group 2">
            <a:extLst>
              <a:ext uri="{FF2B5EF4-FFF2-40B4-BE49-F238E27FC236}">
                <a16:creationId xmlns:a16="http://schemas.microsoft.com/office/drawing/2014/main" xmlns="" id="{E162ACEA-4BBE-018A-C823-DF459F9490D7}"/>
              </a:ext>
            </a:extLst>
          </p:cNvPr>
          <p:cNvGrpSpPr/>
          <p:nvPr/>
        </p:nvGrpSpPr>
        <p:grpSpPr>
          <a:xfrm>
            <a:off x="3117191" y="2818171"/>
            <a:ext cx="5957618" cy="3136859"/>
            <a:chOff x="1774839" y="2197258"/>
            <a:chExt cx="20659707" cy="10877936"/>
          </a:xfrm>
        </p:grpSpPr>
        <p:sp>
          <p:nvSpPr>
            <p:cNvPr id="4" name="Pentagon 3">
              <a:extLst>
                <a:ext uri="{FF2B5EF4-FFF2-40B4-BE49-F238E27FC236}">
                  <a16:creationId xmlns:a16="http://schemas.microsoft.com/office/drawing/2014/main" xmlns="" id="{4467FFB8-B653-1ED8-ED02-7EE7EE25B8D8}"/>
                </a:ext>
              </a:extLst>
            </p:cNvPr>
            <p:cNvSpPr/>
            <p:nvPr/>
          </p:nvSpPr>
          <p:spPr>
            <a:xfrm>
              <a:off x="13149465" y="5435117"/>
              <a:ext cx="9285081" cy="2237397"/>
            </a:xfrm>
            <a:prstGeom prst="homePlat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Sarabun" pitchFamily="2" charset="-34"/>
              </a:endParaRPr>
            </a:p>
          </p:txBody>
        </p:sp>
        <p:sp>
          <p:nvSpPr>
            <p:cNvPr id="5" name="Pentagon 4">
              <a:extLst>
                <a:ext uri="{FF2B5EF4-FFF2-40B4-BE49-F238E27FC236}">
                  <a16:creationId xmlns:a16="http://schemas.microsoft.com/office/drawing/2014/main" xmlns="" id="{6C0800B2-3EB0-E734-5403-9A78D987A170}"/>
                </a:ext>
              </a:extLst>
            </p:cNvPr>
            <p:cNvSpPr/>
            <p:nvPr/>
          </p:nvSpPr>
          <p:spPr>
            <a:xfrm>
              <a:off x="13175416" y="7671450"/>
              <a:ext cx="9257862" cy="2198025"/>
            </a:xfrm>
            <a:prstGeom prst="homePlat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Sarabun" pitchFamily="2" charset="-34"/>
              </a:endParaRPr>
            </a:p>
          </p:txBody>
        </p:sp>
        <p:sp>
          <p:nvSpPr>
            <p:cNvPr id="6" name="Pentagon 5">
              <a:extLst>
                <a:ext uri="{FF2B5EF4-FFF2-40B4-BE49-F238E27FC236}">
                  <a16:creationId xmlns:a16="http://schemas.microsoft.com/office/drawing/2014/main" xmlns="" id="{9ECDBE1B-1628-A930-D67A-2E4F4BF73E5B}"/>
                </a:ext>
              </a:extLst>
            </p:cNvPr>
            <p:cNvSpPr/>
            <p:nvPr/>
          </p:nvSpPr>
          <p:spPr>
            <a:xfrm>
              <a:off x="13175415" y="9867137"/>
              <a:ext cx="9257865" cy="2148302"/>
            </a:xfrm>
            <a:prstGeom prst="homePlat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Sarabun" pitchFamily="2" charset="-34"/>
              </a:endParaRPr>
            </a:p>
          </p:txBody>
        </p:sp>
        <p:sp>
          <p:nvSpPr>
            <p:cNvPr id="7" name="Pentagon 6">
              <a:extLst>
                <a:ext uri="{FF2B5EF4-FFF2-40B4-BE49-F238E27FC236}">
                  <a16:creationId xmlns:a16="http://schemas.microsoft.com/office/drawing/2014/main" xmlns="" id="{C4898BDA-78EF-3979-7337-4250A9592408}"/>
                </a:ext>
              </a:extLst>
            </p:cNvPr>
            <p:cNvSpPr/>
            <p:nvPr/>
          </p:nvSpPr>
          <p:spPr>
            <a:xfrm>
              <a:off x="13175418" y="3248782"/>
              <a:ext cx="9257861" cy="2198025"/>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Sarabun" pitchFamily="2" charset="-34"/>
              </a:endParaRPr>
            </a:p>
          </p:txBody>
        </p:sp>
        <p:sp>
          <p:nvSpPr>
            <p:cNvPr id="8" name="Rectangle 7">
              <a:extLst>
                <a:ext uri="{FF2B5EF4-FFF2-40B4-BE49-F238E27FC236}">
                  <a16:creationId xmlns:a16="http://schemas.microsoft.com/office/drawing/2014/main" xmlns="" id="{BA1475F0-0BA0-5F09-E50B-86D6799CB4AB}"/>
                </a:ext>
              </a:extLst>
            </p:cNvPr>
            <p:cNvSpPr/>
            <p:nvPr/>
          </p:nvSpPr>
          <p:spPr>
            <a:xfrm>
              <a:off x="7129966" y="6291087"/>
              <a:ext cx="4794970" cy="138557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Sarabun" pitchFamily="2" charset="-34"/>
              </a:endParaRPr>
            </a:p>
          </p:txBody>
        </p:sp>
        <p:sp>
          <p:nvSpPr>
            <p:cNvPr id="9" name="Rectangle 8">
              <a:extLst>
                <a:ext uri="{FF2B5EF4-FFF2-40B4-BE49-F238E27FC236}">
                  <a16:creationId xmlns:a16="http://schemas.microsoft.com/office/drawing/2014/main" xmlns="" id="{392EF005-4BD1-1471-004C-92ECE38BE2C3}"/>
                </a:ext>
              </a:extLst>
            </p:cNvPr>
            <p:cNvSpPr/>
            <p:nvPr/>
          </p:nvSpPr>
          <p:spPr>
            <a:xfrm>
              <a:off x="7139140" y="7676658"/>
              <a:ext cx="4785796" cy="1349613"/>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Sarabun" pitchFamily="2" charset="-34"/>
              </a:endParaRPr>
            </a:p>
          </p:txBody>
        </p:sp>
        <p:sp>
          <p:nvSpPr>
            <p:cNvPr id="10" name="Rectangle 9">
              <a:extLst>
                <a:ext uri="{FF2B5EF4-FFF2-40B4-BE49-F238E27FC236}">
                  <a16:creationId xmlns:a16="http://schemas.microsoft.com/office/drawing/2014/main" xmlns="" id="{45019196-A4EE-CBBB-597D-805143CAAEEA}"/>
                </a:ext>
              </a:extLst>
            </p:cNvPr>
            <p:cNvSpPr/>
            <p:nvPr/>
          </p:nvSpPr>
          <p:spPr>
            <a:xfrm>
              <a:off x="7132681" y="9026272"/>
              <a:ext cx="4850576" cy="142698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Sarabun" pitchFamily="2" charset="-34"/>
              </a:endParaRPr>
            </a:p>
          </p:txBody>
        </p:sp>
        <p:sp>
          <p:nvSpPr>
            <p:cNvPr id="11" name="Rectangle 10">
              <a:extLst>
                <a:ext uri="{FF2B5EF4-FFF2-40B4-BE49-F238E27FC236}">
                  <a16:creationId xmlns:a16="http://schemas.microsoft.com/office/drawing/2014/main" xmlns="" id="{A6E8AC74-1AFE-F9C6-B11F-CFE46718365F}"/>
                </a:ext>
              </a:extLst>
            </p:cNvPr>
            <p:cNvSpPr/>
            <p:nvPr/>
          </p:nvSpPr>
          <p:spPr>
            <a:xfrm>
              <a:off x="7078480" y="4842416"/>
              <a:ext cx="4964821" cy="145281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Sarabun" pitchFamily="2" charset="-34"/>
              </a:endParaRPr>
            </a:p>
          </p:txBody>
        </p:sp>
        <p:grpSp>
          <p:nvGrpSpPr>
            <p:cNvPr id="12" name="Group 11">
              <a:extLst>
                <a:ext uri="{FF2B5EF4-FFF2-40B4-BE49-F238E27FC236}">
                  <a16:creationId xmlns:a16="http://schemas.microsoft.com/office/drawing/2014/main" xmlns="" id="{3B0CA608-1B5F-C5D1-81BC-058D972D85F0}"/>
                </a:ext>
              </a:extLst>
            </p:cNvPr>
            <p:cNvGrpSpPr/>
            <p:nvPr/>
          </p:nvGrpSpPr>
          <p:grpSpPr>
            <a:xfrm>
              <a:off x="11924935" y="3246442"/>
              <a:ext cx="1250480" cy="4430215"/>
              <a:chOff x="413581" y="698501"/>
              <a:chExt cx="556244" cy="1970670"/>
            </a:xfrm>
          </p:grpSpPr>
          <p:sp>
            <p:nvSpPr>
              <p:cNvPr id="36" name="Freeform 35">
                <a:extLst>
                  <a:ext uri="{FF2B5EF4-FFF2-40B4-BE49-F238E27FC236}">
                    <a16:creationId xmlns:a16="http://schemas.microsoft.com/office/drawing/2014/main" xmlns="" id="{7921B180-96CB-973A-A842-BA2AC311A645}"/>
                  </a:ext>
                </a:extLst>
              </p:cNvPr>
              <p:cNvSpPr/>
              <p:nvPr/>
            </p:nvSpPr>
            <p:spPr>
              <a:xfrm>
                <a:off x="413845" y="698501"/>
                <a:ext cx="555980" cy="1354334"/>
              </a:xfrm>
              <a:custGeom>
                <a:avLst/>
                <a:gdLst>
                  <a:gd name="connsiteX0" fmla="*/ 555980 w 555980"/>
                  <a:gd name="connsiteY0" fmla="*/ 0 h 1354334"/>
                  <a:gd name="connsiteX1" fmla="*/ 555980 w 555980"/>
                  <a:gd name="connsiteY1" fmla="*/ 968242 h 1354334"/>
                  <a:gd name="connsiteX2" fmla="*/ 0 w 555980"/>
                  <a:gd name="connsiteY2" fmla="*/ 1354334 h 1354334"/>
                  <a:gd name="connsiteX3" fmla="*/ 737 w 555980"/>
                  <a:gd name="connsiteY3" fmla="*/ 709226 h 1354334"/>
                  <a:gd name="connsiteX4" fmla="*/ 555980 w 555980"/>
                  <a:gd name="connsiteY4" fmla="*/ 0 h 1354334"/>
                  <a:gd name="connsiteX0" fmla="*/ 555980 w 555980"/>
                  <a:gd name="connsiteY0" fmla="*/ 0 h 1354334"/>
                  <a:gd name="connsiteX1" fmla="*/ 555980 w 555980"/>
                  <a:gd name="connsiteY1" fmla="*/ 976179 h 1354334"/>
                  <a:gd name="connsiteX2" fmla="*/ 0 w 555980"/>
                  <a:gd name="connsiteY2" fmla="*/ 1354334 h 1354334"/>
                  <a:gd name="connsiteX3" fmla="*/ 737 w 555980"/>
                  <a:gd name="connsiteY3" fmla="*/ 709226 h 1354334"/>
                  <a:gd name="connsiteX4" fmla="*/ 555980 w 555980"/>
                  <a:gd name="connsiteY4" fmla="*/ 0 h 1354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980" h="1354334">
                    <a:moveTo>
                      <a:pt x="555980" y="0"/>
                    </a:moveTo>
                    <a:lnTo>
                      <a:pt x="555980" y="976179"/>
                    </a:lnTo>
                    <a:lnTo>
                      <a:pt x="0" y="1354334"/>
                    </a:lnTo>
                    <a:cubicBezTo>
                      <a:pt x="246" y="1139298"/>
                      <a:pt x="491" y="924262"/>
                      <a:pt x="737" y="709226"/>
                    </a:cubicBezTo>
                    <a:lnTo>
                      <a:pt x="555980" y="0"/>
                    </a:lnTo>
                    <a:close/>
                  </a:path>
                </a:pathLst>
              </a:cu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6398" dirty="0">
                  <a:latin typeface="Sarabun" pitchFamily="2" charset="-34"/>
                </a:endParaRPr>
              </a:p>
            </p:txBody>
          </p:sp>
          <p:sp>
            <p:nvSpPr>
              <p:cNvPr id="37" name="Freeform 36">
                <a:extLst>
                  <a:ext uri="{FF2B5EF4-FFF2-40B4-BE49-F238E27FC236}">
                    <a16:creationId xmlns:a16="http://schemas.microsoft.com/office/drawing/2014/main" xmlns="" id="{E37659F9-38FF-AA6B-2B52-BF0BA18B966A}"/>
                  </a:ext>
                </a:extLst>
              </p:cNvPr>
              <p:cNvSpPr/>
              <p:nvPr/>
            </p:nvSpPr>
            <p:spPr>
              <a:xfrm>
                <a:off x="413581" y="1673921"/>
                <a:ext cx="556244" cy="995250"/>
              </a:xfrm>
              <a:custGeom>
                <a:avLst/>
                <a:gdLst>
                  <a:gd name="connsiteX0" fmla="*/ 556244 w 556244"/>
                  <a:gd name="connsiteY0" fmla="*/ 0 h 995250"/>
                  <a:gd name="connsiteX1" fmla="*/ 556244 w 556244"/>
                  <a:gd name="connsiteY1" fmla="*/ 148222 h 995250"/>
                  <a:gd name="connsiteX2" fmla="*/ 556244 w 556244"/>
                  <a:gd name="connsiteY2" fmla="*/ 847028 h 995250"/>
                  <a:gd name="connsiteX3" fmla="*/ 556244 w 556244"/>
                  <a:gd name="connsiteY3" fmla="*/ 995250 h 995250"/>
                  <a:gd name="connsiteX4" fmla="*/ 0 w 556244"/>
                  <a:gd name="connsiteY4" fmla="*/ 995250 h 995250"/>
                  <a:gd name="connsiteX5" fmla="*/ 317 w 556244"/>
                  <a:gd name="connsiteY5" fmla="*/ 847028 h 995250"/>
                  <a:gd name="connsiteX6" fmla="*/ 0 w 556244"/>
                  <a:gd name="connsiteY6" fmla="*/ 847028 h 995250"/>
                  <a:gd name="connsiteX7" fmla="*/ 1001 w 556244"/>
                  <a:gd name="connsiteY7" fmla="*/ 378960 h 9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44" h="995250">
                    <a:moveTo>
                      <a:pt x="556244" y="0"/>
                    </a:moveTo>
                    <a:lnTo>
                      <a:pt x="556244" y="148222"/>
                    </a:lnTo>
                    <a:lnTo>
                      <a:pt x="556244" y="847028"/>
                    </a:lnTo>
                    <a:lnTo>
                      <a:pt x="556244" y="995250"/>
                    </a:lnTo>
                    <a:lnTo>
                      <a:pt x="0" y="995250"/>
                    </a:lnTo>
                    <a:lnTo>
                      <a:pt x="317" y="847028"/>
                    </a:lnTo>
                    <a:lnTo>
                      <a:pt x="0" y="847028"/>
                    </a:lnTo>
                    <a:lnTo>
                      <a:pt x="1001" y="378960"/>
                    </a:lnTo>
                    <a:close/>
                  </a:path>
                </a:pathLst>
              </a:cu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6398" dirty="0">
                  <a:latin typeface="Sarabun" pitchFamily="2" charset="-34"/>
                </a:endParaRPr>
              </a:p>
            </p:txBody>
          </p:sp>
        </p:grpSp>
        <p:sp>
          <p:nvSpPr>
            <p:cNvPr id="13" name="Freeform 12">
              <a:extLst>
                <a:ext uri="{FF2B5EF4-FFF2-40B4-BE49-F238E27FC236}">
                  <a16:creationId xmlns:a16="http://schemas.microsoft.com/office/drawing/2014/main" xmlns="" id="{CB11BBC4-8655-694B-3E83-721C4010D522}"/>
                </a:ext>
              </a:extLst>
            </p:cNvPr>
            <p:cNvSpPr/>
            <p:nvPr/>
          </p:nvSpPr>
          <p:spPr>
            <a:xfrm flipV="1">
              <a:off x="11925524" y="9026271"/>
              <a:ext cx="1249887" cy="2989162"/>
            </a:xfrm>
            <a:custGeom>
              <a:avLst/>
              <a:gdLst>
                <a:gd name="connsiteX0" fmla="*/ 555980 w 555980"/>
                <a:gd name="connsiteY0" fmla="*/ 0 h 1354334"/>
                <a:gd name="connsiteX1" fmla="*/ 555980 w 555980"/>
                <a:gd name="connsiteY1" fmla="*/ 968242 h 1354334"/>
                <a:gd name="connsiteX2" fmla="*/ 0 w 555980"/>
                <a:gd name="connsiteY2" fmla="*/ 1354334 h 1354334"/>
                <a:gd name="connsiteX3" fmla="*/ 737 w 555980"/>
                <a:gd name="connsiteY3" fmla="*/ 709226 h 1354334"/>
                <a:gd name="connsiteX4" fmla="*/ 555980 w 555980"/>
                <a:gd name="connsiteY4" fmla="*/ 0 h 1354334"/>
                <a:gd name="connsiteX0" fmla="*/ 555980 w 555980"/>
                <a:gd name="connsiteY0" fmla="*/ 0 h 1354334"/>
                <a:gd name="connsiteX1" fmla="*/ 555980 w 555980"/>
                <a:gd name="connsiteY1" fmla="*/ 976179 h 1354334"/>
                <a:gd name="connsiteX2" fmla="*/ 0 w 555980"/>
                <a:gd name="connsiteY2" fmla="*/ 1354334 h 1354334"/>
                <a:gd name="connsiteX3" fmla="*/ 737 w 555980"/>
                <a:gd name="connsiteY3" fmla="*/ 709226 h 1354334"/>
                <a:gd name="connsiteX4" fmla="*/ 555980 w 555980"/>
                <a:gd name="connsiteY4" fmla="*/ 0 h 1354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980" h="1354334">
                  <a:moveTo>
                    <a:pt x="555980" y="0"/>
                  </a:moveTo>
                  <a:lnTo>
                    <a:pt x="555980" y="976179"/>
                  </a:lnTo>
                  <a:lnTo>
                    <a:pt x="0" y="1354334"/>
                  </a:lnTo>
                  <a:cubicBezTo>
                    <a:pt x="246" y="1139298"/>
                    <a:pt x="491" y="924262"/>
                    <a:pt x="737" y="709226"/>
                  </a:cubicBezTo>
                  <a:lnTo>
                    <a:pt x="555980" y="0"/>
                  </a:lnTo>
                  <a:close/>
                </a:path>
              </a:pathLst>
            </a:cu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6398" dirty="0">
                <a:latin typeface="Sarabun" pitchFamily="2" charset="-34"/>
              </a:endParaRPr>
            </a:p>
          </p:txBody>
        </p:sp>
        <p:sp>
          <p:nvSpPr>
            <p:cNvPr id="14" name="Freeform 13">
              <a:extLst>
                <a:ext uri="{FF2B5EF4-FFF2-40B4-BE49-F238E27FC236}">
                  <a16:creationId xmlns:a16="http://schemas.microsoft.com/office/drawing/2014/main" xmlns="" id="{32331C28-E3AC-404C-B681-C367193EF062}"/>
                </a:ext>
              </a:extLst>
            </p:cNvPr>
            <p:cNvSpPr/>
            <p:nvPr/>
          </p:nvSpPr>
          <p:spPr>
            <a:xfrm flipV="1">
              <a:off x="11924931" y="7676662"/>
              <a:ext cx="1250480" cy="2196623"/>
            </a:xfrm>
            <a:custGeom>
              <a:avLst/>
              <a:gdLst>
                <a:gd name="connsiteX0" fmla="*/ 556244 w 556244"/>
                <a:gd name="connsiteY0" fmla="*/ 0 h 995250"/>
                <a:gd name="connsiteX1" fmla="*/ 556244 w 556244"/>
                <a:gd name="connsiteY1" fmla="*/ 148222 h 995250"/>
                <a:gd name="connsiteX2" fmla="*/ 556244 w 556244"/>
                <a:gd name="connsiteY2" fmla="*/ 847028 h 995250"/>
                <a:gd name="connsiteX3" fmla="*/ 556244 w 556244"/>
                <a:gd name="connsiteY3" fmla="*/ 995250 h 995250"/>
                <a:gd name="connsiteX4" fmla="*/ 0 w 556244"/>
                <a:gd name="connsiteY4" fmla="*/ 995250 h 995250"/>
                <a:gd name="connsiteX5" fmla="*/ 317 w 556244"/>
                <a:gd name="connsiteY5" fmla="*/ 847028 h 995250"/>
                <a:gd name="connsiteX6" fmla="*/ 0 w 556244"/>
                <a:gd name="connsiteY6" fmla="*/ 847028 h 995250"/>
                <a:gd name="connsiteX7" fmla="*/ 1001 w 556244"/>
                <a:gd name="connsiteY7" fmla="*/ 378960 h 9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44" h="995250">
                  <a:moveTo>
                    <a:pt x="556244" y="0"/>
                  </a:moveTo>
                  <a:lnTo>
                    <a:pt x="556244" y="148222"/>
                  </a:lnTo>
                  <a:lnTo>
                    <a:pt x="556244" y="847028"/>
                  </a:lnTo>
                  <a:lnTo>
                    <a:pt x="556244" y="995250"/>
                  </a:lnTo>
                  <a:lnTo>
                    <a:pt x="0" y="995250"/>
                  </a:lnTo>
                  <a:lnTo>
                    <a:pt x="317" y="847028"/>
                  </a:lnTo>
                  <a:lnTo>
                    <a:pt x="0" y="847028"/>
                  </a:lnTo>
                  <a:lnTo>
                    <a:pt x="1001" y="378960"/>
                  </a:lnTo>
                  <a:close/>
                </a:path>
              </a:pathLst>
            </a:cu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6398" dirty="0">
                <a:latin typeface="Sarabun" pitchFamily="2" charset="-34"/>
              </a:endParaRPr>
            </a:p>
          </p:txBody>
        </p:sp>
        <p:sp>
          <p:nvSpPr>
            <p:cNvPr id="15" name="Freeform 14">
              <a:extLst>
                <a:ext uri="{FF2B5EF4-FFF2-40B4-BE49-F238E27FC236}">
                  <a16:creationId xmlns:a16="http://schemas.microsoft.com/office/drawing/2014/main" xmlns="" id="{62B57BFC-CCC0-3575-944C-499E2A25FF41}"/>
                </a:ext>
              </a:extLst>
            </p:cNvPr>
            <p:cNvSpPr>
              <a:spLocks noChangeArrowheads="1"/>
            </p:cNvSpPr>
            <p:nvPr/>
          </p:nvSpPr>
          <p:spPr bwMode="auto">
            <a:xfrm>
              <a:off x="4197492" y="4698026"/>
              <a:ext cx="5877369" cy="5877367"/>
            </a:xfrm>
            <a:custGeom>
              <a:avLst/>
              <a:gdLst>
                <a:gd name="T0" fmla="*/ 5571 w 11134"/>
                <a:gd name="T1" fmla="*/ 11132 h 11134"/>
                <a:gd name="T2" fmla="*/ 5571 w 11134"/>
                <a:gd name="T3" fmla="*/ 11132 h 11134"/>
                <a:gd name="T4" fmla="*/ 11131 w 11134"/>
                <a:gd name="T5" fmla="*/ 5563 h 11134"/>
                <a:gd name="T6" fmla="*/ 11131 w 11134"/>
                <a:gd name="T7" fmla="*/ 5563 h 11134"/>
                <a:gd name="T8" fmla="*/ 5563 w 11134"/>
                <a:gd name="T9" fmla="*/ 3 h 11134"/>
                <a:gd name="T10" fmla="*/ 5563 w 11134"/>
                <a:gd name="T11" fmla="*/ 3 h 11134"/>
                <a:gd name="T12" fmla="*/ 2 w 11134"/>
                <a:gd name="T13" fmla="*/ 5571 h 11134"/>
                <a:gd name="T14" fmla="*/ 2 w 11134"/>
                <a:gd name="T15" fmla="*/ 5571 h 11134"/>
                <a:gd name="T16" fmla="*/ 5571 w 11134"/>
                <a:gd name="T17" fmla="*/ 11132 h 1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34" h="11134">
                  <a:moveTo>
                    <a:pt x="5571" y="11132"/>
                  </a:moveTo>
                  <a:lnTo>
                    <a:pt x="5571" y="11132"/>
                  </a:lnTo>
                  <a:cubicBezTo>
                    <a:pt x="8644" y="11128"/>
                    <a:pt x="11133" y="8636"/>
                    <a:pt x="11131" y="5563"/>
                  </a:cubicBezTo>
                  <a:lnTo>
                    <a:pt x="11131" y="5563"/>
                  </a:lnTo>
                  <a:cubicBezTo>
                    <a:pt x="11129" y="2489"/>
                    <a:pt x="8635" y="0"/>
                    <a:pt x="5563" y="3"/>
                  </a:cubicBezTo>
                  <a:lnTo>
                    <a:pt x="5563" y="3"/>
                  </a:lnTo>
                  <a:cubicBezTo>
                    <a:pt x="2491" y="5"/>
                    <a:pt x="0" y="2498"/>
                    <a:pt x="2" y="5571"/>
                  </a:cubicBezTo>
                  <a:lnTo>
                    <a:pt x="2" y="5571"/>
                  </a:lnTo>
                  <a:cubicBezTo>
                    <a:pt x="4" y="8644"/>
                    <a:pt x="2498" y="11133"/>
                    <a:pt x="5571" y="11132"/>
                  </a:cubicBezTo>
                </a:path>
              </a:pathLst>
            </a:custGeom>
            <a:solidFill>
              <a:schemeClr val="bg1"/>
            </a:solidFill>
            <a:ln>
              <a:noFill/>
            </a:ln>
            <a:effectLst/>
          </p:spPr>
          <p:txBody>
            <a:bodyPr wrap="none" anchor="ctr"/>
            <a:lstStyle/>
            <a:p>
              <a:endParaRPr lang="en-US" sz="6532" dirty="0">
                <a:latin typeface="Sarabun" pitchFamily="2" charset="-34"/>
              </a:endParaRPr>
            </a:p>
          </p:txBody>
        </p:sp>
        <p:sp>
          <p:nvSpPr>
            <p:cNvPr id="16" name="Freeform 15">
              <a:extLst>
                <a:ext uri="{FF2B5EF4-FFF2-40B4-BE49-F238E27FC236}">
                  <a16:creationId xmlns:a16="http://schemas.microsoft.com/office/drawing/2014/main" xmlns="" id="{E43F0B7C-8AEB-6820-5A2D-3327199CEBF7}"/>
                </a:ext>
              </a:extLst>
            </p:cNvPr>
            <p:cNvSpPr>
              <a:spLocks noChangeArrowheads="1"/>
            </p:cNvSpPr>
            <p:nvPr/>
          </p:nvSpPr>
          <p:spPr bwMode="auto">
            <a:xfrm>
              <a:off x="7132683" y="4278519"/>
              <a:ext cx="3359047" cy="6715546"/>
            </a:xfrm>
            <a:custGeom>
              <a:avLst/>
              <a:gdLst>
                <a:gd name="connsiteX0" fmla="*/ 2882 w 4156546"/>
                <a:gd name="connsiteY0" fmla="*/ 3371527 h 8309941"/>
                <a:gd name="connsiteX1" fmla="*/ 785018 w 4156546"/>
                <a:gd name="connsiteY1" fmla="*/ 4150918 h 8309941"/>
                <a:gd name="connsiteX2" fmla="*/ 3535 w 4156546"/>
                <a:gd name="connsiteY2" fmla="*/ 4934226 h 8309941"/>
                <a:gd name="connsiteX3" fmla="*/ 2 w 4156546"/>
                <a:gd name="connsiteY3" fmla="*/ 1695844 h 8309941"/>
                <a:gd name="connsiteX4" fmla="*/ 2461354 w 4156546"/>
                <a:gd name="connsiteY4" fmla="*/ 4153009 h 8309941"/>
                <a:gd name="connsiteX5" fmla="*/ 3268 w 4156546"/>
                <a:gd name="connsiteY5" fmla="*/ 6613440 h 8309941"/>
                <a:gd name="connsiteX6" fmla="*/ 2615 w 4156546"/>
                <a:gd name="connsiteY6" fmla="*/ 5668729 h 8309941"/>
                <a:gd name="connsiteX7" fmla="*/ 1516791 w 4156546"/>
                <a:gd name="connsiteY7" fmla="*/ 4153663 h 8309941"/>
                <a:gd name="connsiteX8" fmla="*/ 655 w 4156546"/>
                <a:gd name="connsiteY8" fmla="*/ 2639249 h 8309941"/>
                <a:gd name="connsiteX9" fmla="*/ 0 w 4156546"/>
                <a:gd name="connsiteY9" fmla="*/ 1 h 8309941"/>
                <a:gd name="connsiteX10" fmla="*/ 4156545 w 4156546"/>
                <a:gd name="connsiteY10" fmla="*/ 4152031 h 8309941"/>
                <a:gd name="connsiteX11" fmla="*/ 5877 w 4156546"/>
                <a:gd name="connsiteY11" fmla="*/ 8309941 h 8309941"/>
                <a:gd name="connsiteX12" fmla="*/ 4571 w 4156546"/>
                <a:gd name="connsiteY12" fmla="*/ 7365348 h 8309941"/>
                <a:gd name="connsiteX13" fmla="*/ 3212914 w 4156546"/>
                <a:gd name="connsiteY13" fmla="*/ 4153338 h 8309941"/>
                <a:gd name="connsiteX14" fmla="*/ 0 w 4156546"/>
                <a:gd name="connsiteY14" fmla="*/ 943288 h 830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56546" h="8309941">
                  <a:moveTo>
                    <a:pt x="2882" y="3371527"/>
                  </a:moveTo>
                  <a:cubicBezTo>
                    <a:pt x="435081" y="3370874"/>
                    <a:pt x="784365" y="3719446"/>
                    <a:pt x="785018" y="4150918"/>
                  </a:cubicBezTo>
                  <a:cubicBezTo>
                    <a:pt x="785671" y="4583043"/>
                    <a:pt x="436387" y="4934226"/>
                    <a:pt x="3535" y="4934226"/>
                  </a:cubicBezTo>
                  <a:close/>
                  <a:moveTo>
                    <a:pt x="2" y="1695844"/>
                  </a:moveTo>
                  <a:cubicBezTo>
                    <a:pt x="1355444" y="1694538"/>
                    <a:pt x="2460701" y="2796701"/>
                    <a:pt x="2461354" y="4153009"/>
                  </a:cubicBezTo>
                  <a:cubicBezTo>
                    <a:pt x="2462008" y="5507357"/>
                    <a:pt x="1359364" y="6612788"/>
                    <a:pt x="3268" y="6613440"/>
                  </a:cubicBezTo>
                  <a:lnTo>
                    <a:pt x="2615" y="5668729"/>
                  </a:lnTo>
                  <a:cubicBezTo>
                    <a:pt x="839396" y="5668076"/>
                    <a:pt x="1517444" y="4989269"/>
                    <a:pt x="1516791" y="4153663"/>
                  </a:cubicBezTo>
                  <a:cubicBezTo>
                    <a:pt x="1515484" y="3316750"/>
                    <a:pt x="837437" y="2638596"/>
                    <a:pt x="655" y="2639249"/>
                  </a:cubicBezTo>
                  <a:close/>
                  <a:moveTo>
                    <a:pt x="0" y="1"/>
                  </a:moveTo>
                  <a:cubicBezTo>
                    <a:pt x="2290834" y="-1959"/>
                    <a:pt x="4154586" y="1860445"/>
                    <a:pt x="4156545" y="4152031"/>
                  </a:cubicBezTo>
                  <a:cubicBezTo>
                    <a:pt x="4158504" y="6442964"/>
                    <a:pt x="2296712" y="8308634"/>
                    <a:pt x="5877" y="8309941"/>
                  </a:cubicBezTo>
                  <a:lnTo>
                    <a:pt x="4571" y="7365348"/>
                  </a:lnTo>
                  <a:cubicBezTo>
                    <a:pt x="1774939" y="7364041"/>
                    <a:pt x="3214220" y="5922980"/>
                    <a:pt x="3212914" y="4153338"/>
                  </a:cubicBezTo>
                  <a:cubicBezTo>
                    <a:pt x="3210956" y="2381735"/>
                    <a:pt x="1770368" y="941981"/>
                    <a:pt x="0" y="943288"/>
                  </a:cubicBezTo>
                  <a:close/>
                </a:path>
              </a:pathLst>
            </a:custGeom>
            <a:solidFill>
              <a:schemeClr val="accent5">
                <a:lumMod val="50000"/>
              </a:schemeClr>
            </a:solidFill>
            <a:ln>
              <a:noFill/>
            </a:ln>
            <a:effectLst/>
          </p:spPr>
          <p:txBody>
            <a:bodyPr wrap="square" anchor="ctr">
              <a:noAutofit/>
            </a:bodyPr>
            <a:lstStyle/>
            <a:p>
              <a:endParaRPr lang="en-US" sz="6532" dirty="0">
                <a:latin typeface="Sarabun" pitchFamily="2" charset="-34"/>
              </a:endParaRPr>
            </a:p>
          </p:txBody>
        </p:sp>
        <p:sp>
          <p:nvSpPr>
            <p:cNvPr id="17" name="Freeform 16">
              <a:extLst>
                <a:ext uri="{FF2B5EF4-FFF2-40B4-BE49-F238E27FC236}">
                  <a16:creationId xmlns:a16="http://schemas.microsoft.com/office/drawing/2014/main" xmlns="" id="{E371798C-B0D6-EA98-D67D-687EA1DABC62}"/>
                </a:ext>
              </a:extLst>
            </p:cNvPr>
            <p:cNvSpPr>
              <a:spLocks noChangeArrowheads="1"/>
            </p:cNvSpPr>
            <p:nvPr/>
          </p:nvSpPr>
          <p:spPr bwMode="auto">
            <a:xfrm>
              <a:off x="3777764" y="4279046"/>
              <a:ext cx="3361374" cy="6715019"/>
            </a:xfrm>
            <a:custGeom>
              <a:avLst/>
              <a:gdLst>
                <a:gd name="connsiteX0" fmla="*/ 4153013 w 4159426"/>
                <a:gd name="connsiteY0" fmla="*/ 3372833 h 8309289"/>
                <a:gd name="connsiteX1" fmla="*/ 4153667 w 4159426"/>
                <a:gd name="connsiteY1" fmla="*/ 4936185 h 8309289"/>
                <a:gd name="connsiteX2" fmla="*/ 3370878 w 4159426"/>
                <a:gd name="connsiteY2" fmla="*/ 4153856 h 8309289"/>
                <a:gd name="connsiteX3" fmla="*/ 4153013 w 4159426"/>
                <a:gd name="connsiteY3" fmla="*/ 3372833 h 8309289"/>
                <a:gd name="connsiteX4" fmla="*/ 4150404 w 4159426"/>
                <a:gd name="connsiteY4" fmla="*/ 1696497 h 8309289"/>
                <a:gd name="connsiteX5" fmla="*/ 4151057 w 4159426"/>
                <a:gd name="connsiteY5" fmla="*/ 2639475 h 8309289"/>
                <a:gd name="connsiteX6" fmla="*/ 2639808 w 4159426"/>
                <a:gd name="connsiteY6" fmla="*/ 4155162 h 8309289"/>
                <a:gd name="connsiteX7" fmla="*/ 4153016 w 4159426"/>
                <a:gd name="connsiteY7" fmla="*/ 5667584 h 8309289"/>
                <a:gd name="connsiteX8" fmla="*/ 4153668 w 4159426"/>
                <a:gd name="connsiteY8" fmla="*/ 6611868 h 8309289"/>
                <a:gd name="connsiteX9" fmla="*/ 1695196 w 4159426"/>
                <a:gd name="connsiteY9" fmla="*/ 4156468 h 8309289"/>
                <a:gd name="connsiteX10" fmla="*/ 4150404 w 4159426"/>
                <a:gd name="connsiteY10" fmla="*/ 1696497 h 8309289"/>
                <a:gd name="connsiteX11" fmla="*/ 4152893 w 4159426"/>
                <a:gd name="connsiteY11" fmla="*/ 0 h 8309289"/>
                <a:gd name="connsiteX12" fmla="*/ 4153546 w 4159426"/>
                <a:gd name="connsiteY12" fmla="*/ 943213 h 8309289"/>
                <a:gd name="connsiteX13" fmla="*/ 944791 w 4159426"/>
                <a:gd name="connsiteY13" fmla="*/ 4157583 h 8309289"/>
                <a:gd name="connsiteX14" fmla="*/ 4158120 w 4159426"/>
                <a:gd name="connsiteY14" fmla="*/ 7364768 h 8309289"/>
                <a:gd name="connsiteX15" fmla="*/ 4159426 w 4159426"/>
                <a:gd name="connsiteY15" fmla="*/ 8309287 h 8309289"/>
                <a:gd name="connsiteX16" fmla="*/ 2 w 4159426"/>
                <a:gd name="connsiteY16" fmla="*/ 4157583 h 8309289"/>
                <a:gd name="connsiteX17" fmla="*/ 4152893 w 4159426"/>
                <a:gd name="connsiteY17" fmla="*/ 0 h 830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159426" h="8309289">
                  <a:moveTo>
                    <a:pt x="4153013" y="3372833"/>
                  </a:moveTo>
                  <a:lnTo>
                    <a:pt x="4153667" y="4936185"/>
                  </a:lnTo>
                  <a:cubicBezTo>
                    <a:pt x="3722414" y="4936185"/>
                    <a:pt x="3370878" y="4586161"/>
                    <a:pt x="3370878" y="4153856"/>
                  </a:cubicBezTo>
                  <a:cubicBezTo>
                    <a:pt x="3370878" y="3722857"/>
                    <a:pt x="3721761" y="3372833"/>
                    <a:pt x="4153013" y="3372833"/>
                  </a:cubicBezTo>
                  <a:close/>
                  <a:moveTo>
                    <a:pt x="4150404" y="1696497"/>
                  </a:moveTo>
                  <a:lnTo>
                    <a:pt x="4151057" y="2639475"/>
                  </a:lnTo>
                  <a:cubicBezTo>
                    <a:pt x="3316116" y="2641434"/>
                    <a:pt x="2639155" y="3319281"/>
                    <a:pt x="2639808" y="4155162"/>
                  </a:cubicBezTo>
                  <a:cubicBezTo>
                    <a:pt x="2639808" y="4990390"/>
                    <a:pt x="3318075" y="5668237"/>
                    <a:pt x="4153016" y="5667584"/>
                  </a:cubicBezTo>
                  <a:lnTo>
                    <a:pt x="4153668" y="6611868"/>
                  </a:lnTo>
                  <a:cubicBezTo>
                    <a:pt x="2799746" y="6612521"/>
                    <a:pt x="1695849" y="5510856"/>
                    <a:pt x="1695196" y="4156468"/>
                  </a:cubicBezTo>
                  <a:cubicBezTo>
                    <a:pt x="1694543" y="2800774"/>
                    <a:pt x="2796482" y="1697803"/>
                    <a:pt x="4150404" y="1696497"/>
                  </a:cubicBezTo>
                  <a:close/>
                  <a:moveTo>
                    <a:pt x="4152893" y="0"/>
                  </a:moveTo>
                  <a:lnTo>
                    <a:pt x="4153546" y="943213"/>
                  </a:lnTo>
                  <a:cubicBezTo>
                    <a:pt x="2383536" y="945173"/>
                    <a:pt x="943485" y="2386120"/>
                    <a:pt x="944791" y="4157583"/>
                  </a:cubicBezTo>
                  <a:cubicBezTo>
                    <a:pt x="946098" y="5926433"/>
                    <a:pt x="2387457" y="7366074"/>
                    <a:pt x="4158120" y="7364768"/>
                  </a:cubicBezTo>
                  <a:lnTo>
                    <a:pt x="4159426" y="8309287"/>
                  </a:lnTo>
                  <a:cubicBezTo>
                    <a:pt x="1868019" y="8311900"/>
                    <a:pt x="1962" y="6448336"/>
                    <a:pt x="2" y="4157583"/>
                  </a:cubicBezTo>
                  <a:cubicBezTo>
                    <a:pt x="-1958" y="1865524"/>
                    <a:pt x="1861485" y="1960"/>
                    <a:pt x="4152893" y="0"/>
                  </a:cubicBezTo>
                  <a:close/>
                </a:path>
              </a:pathLst>
            </a:custGeom>
            <a:solidFill>
              <a:schemeClr val="accent5"/>
            </a:solidFill>
            <a:ln>
              <a:noFill/>
            </a:ln>
            <a:effectLst/>
          </p:spPr>
          <p:txBody>
            <a:bodyPr wrap="square" anchor="ctr">
              <a:noAutofit/>
            </a:bodyPr>
            <a:lstStyle/>
            <a:p>
              <a:endParaRPr lang="en-US" sz="6532" dirty="0">
                <a:latin typeface="Sarabun" pitchFamily="2" charset="-34"/>
              </a:endParaRPr>
            </a:p>
          </p:txBody>
        </p:sp>
        <p:sp>
          <p:nvSpPr>
            <p:cNvPr id="18" name="Freeform 10">
              <a:extLst>
                <a:ext uri="{FF2B5EF4-FFF2-40B4-BE49-F238E27FC236}">
                  <a16:creationId xmlns:a16="http://schemas.microsoft.com/office/drawing/2014/main" xmlns="" id="{59645C72-75EC-F676-41A9-F08FC86F26AC}"/>
                </a:ext>
              </a:extLst>
            </p:cNvPr>
            <p:cNvSpPr>
              <a:spLocks noChangeArrowheads="1"/>
            </p:cNvSpPr>
            <p:nvPr/>
          </p:nvSpPr>
          <p:spPr bwMode="auto">
            <a:xfrm rot="15300000">
              <a:off x="4920142" y="2361496"/>
              <a:ext cx="1931041" cy="1602566"/>
            </a:xfrm>
            <a:custGeom>
              <a:avLst/>
              <a:gdLst>
                <a:gd name="T0" fmla="*/ 2567 w 2568"/>
                <a:gd name="T1" fmla="*/ 0 h 2132"/>
                <a:gd name="T2" fmla="*/ 1579 w 2568"/>
                <a:gd name="T3" fmla="*/ 1065 h 2132"/>
                <a:gd name="T4" fmla="*/ 2567 w 2568"/>
                <a:gd name="T5" fmla="*/ 2131 h 2132"/>
                <a:gd name="T6" fmla="*/ 0 w 2568"/>
                <a:gd name="T7" fmla="*/ 1065 h 2132"/>
                <a:gd name="T8" fmla="*/ 2567 w 2568"/>
                <a:gd name="T9" fmla="*/ 0 h 2132"/>
              </a:gdLst>
              <a:ahLst/>
              <a:cxnLst>
                <a:cxn ang="0">
                  <a:pos x="T0" y="T1"/>
                </a:cxn>
                <a:cxn ang="0">
                  <a:pos x="T2" y="T3"/>
                </a:cxn>
                <a:cxn ang="0">
                  <a:pos x="T4" y="T5"/>
                </a:cxn>
                <a:cxn ang="0">
                  <a:pos x="T6" y="T7"/>
                </a:cxn>
                <a:cxn ang="0">
                  <a:pos x="T8" y="T9"/>
                </a:cxn>
              </a:cxnLst>
              <a:rect l="0" t="0" r="r" b="b"/>
              <a:pathLst>
                <a:path w="2568" h="2132">
                  <a:moveTo>
                    <a:pt x="2567" y="0"/>
                  </a:moveTo>
                  <a:lnTo>
                    <a:pt x="1579" y="1065"/>
                  </a:lnTo>
                  <a:lnTo>
                    <a:pt x="2567" y="2131"/>
                  </a:lnTo>
                  <a:lnTo>
                    <a:pt x="0" y="1065"/>
                  </a:lnTo>
                  <a:lnTo>
                    <a:pt x="2567" y="0"/>
                  </a:lnTo>
                </a:path>
              </a:pathLst>
            </a:custGeom>
            <a:solidFill>
              <a:schemeClr val="accent4"/>
            </a:solidFill>
            <a:ln>
              <a:noFill/>
            </a:ln>
            <a:effectLst/>
          </p:spPr>
          <p:txBody>
            <a:bodyPr wrap="none" anchor="ctr"/>
            <a:lstStyle/>
            <a:p>
              <a:endParaRPr lang="en-US" sz="6532" dirty="0">
                <a:latin typeface="Sarabun" pitchFamily="2" charset="-34"/>
              </a:endParaRPr>
            </a:p>
          </p:txBody>
        </p:sp>
        <p:sp>
          <p:nvSpPr>
            <p:cNvPr id="19" name="Freeform 11">
              <a:extLst>
                <a:ext uri="{FF2B5EF4-FFF2-40B4-BE49-F238E27FC236}">
                  <a16:creationId xmlns:a16="http://schemas.microsoft.com/office/drawing/2014/main" xmlns="" id="{2CC0B916-468F-509F-C928-E1F3B960A87D}"/>
                </a:ext>
              </a:extLst>
            </p:cNvPr>
            <p:cNvSpPr>
              <a:spLocks noChangeArrowheads="1"/>
            </p:cNvSpPr>
            <p:nvPr/>
          </p:nvSpPr>
          <p:spPr bwMode="auto">
            <a:xfrm rot="15300000">
              <a:off x="4173596" y="5082537"/>
              <a:ext cx="4501819" cy="135179"/>
            </a:xfrm>
            <a:prstGeom prst="roundRect">
              <a:avLst>
                <a:gd name="adj" fmla="val 50000"/>
              </a:avLst>
            </a:prstGeom>
            <a:solidFill>
              <a:schemeClr val="bg1">
                <a:lumMod val="85000"/>
              </a:schemeClr>
            </a:solidFill>
            <a:ln>
              <a:noFill/>
            </a:ln>
            <a:effectLst/>
          </p:spPr>
          <p:txBody>
            <a:bodyPr wrap="none" anchor="ctr"/>
            <a:lstStyle/>
            <a:p>
              <a:endParaRPr lang="en-US" sz="6532" dirty="0">
                <a:latin typeface="Sarabun" pitchFamily="2" charset="-34"/>
              </a:endParaRPr>
            </a:p>
          </p:txBody>
        </p:sp>
        <p:sp>
          <p:nvSpPr>
            <p:cNvPr id="20" name="Freeform 14">
              <a:extLst>
                <a:ext uri="{FF2B5EF4-FFF2-40B4-BE49-F238E27FC236}">
                  <a16:creationId xmlns:a16="http://schemas.microsoft.com/office/drawing/2014/main" xmlns="" id="{33467F82-15E9-59DF-3C6B-BC7E5BB48EF6}"/>
                </a:ext>
              </a:extLst>
            </p:cNvPr>
            <p:cNvSpPr>
              <a:spLocks noChangeArrowheads="1"/>
            </p:cNvSpPr>
            <p:nvPr/>
          </p:nvSpPr>
          <p:spPr bwMode="auto">
            <a:xfrm rot="17100000">
              <a:off x="4938528" y="11308391"/>
              <a:ext cx="1931041" cy="1602566"/>
            </a:xfrm>
            <a:custGeom>
              <a:avLst/>
              <a:gdLst>
                <a:gd name="T0" fmla="*/ 0 w 2568"/>
                <a:gd name="T1" fmla="*/ 0 h 2132"/>
                <a:gd name="T2" fmla="*/ 988 w 2568"/>
                <a:gd name="T3" fmla="*/ 1065 h 2132"/>
                <a:gd name="T4" fmla="*/ 0 w 2568"/>
                <a:gd name="T5" fmla="*/ 2131 h 2132"/>
                <a:gd name="T6" fmla="*/ 2567 w 2568"/>
                <a:gd name="T7" fmla="*/ 1065 h 2132"/>
                <a:gd name="T8" fmla="*/ 0 w 2568"/>
                <a:gd name="T9" fmla="*/ 0 h 2132"/>
              </a:gdLst>
              <a:ahLst/>
              <a:cxnLst>
                <a:cxn ang="0">
                  <a:pos x="T0" y="T1"/>
                </a:cxn>
                <a:cxn ang="0">
                  <a:pos x="T2" y="T3"/>
                </a:cxn>
                <a:cxn ang="0">
                  <a:pos x="T4" y="T5"/>
                </a:cxn>
                <a:cxn ang="0">
                  <a:pos x="T6" y="T7"/>
                </a:cxn>
                <a:cxn ang="0">
                  <a:pos x="T8" y="T9"/>
                </a:cxn>
              </a:cxnLst>
              <a:rect l="0" t="0" r="r" b="b"/>
              <a:pathLst>
                <a:path w="2568" h="2132">
                  <a:moveTo>
                    <a:pt x="0" y="0"/>
                  </a:moveTo>
                  <a:lnTo>
                    <a:pt x="988" y="1065"/>
                  </a:lnTo>
                  <a:lnTo>
                    <a:pt x="0" y="2131"/>
                  </a:lnTo>
                  <a:lnTo>
                    <a:pt x="2567" y="1065"/>
                  </a:lnTo>
                  <a:lnTo>
                    <a:pt x="0" y="0"/>
                  </a:lnTo>
                </a:path>
              </a:pathLst>
            </a:custGeom>
            <a:solidFill>
              <a:schemeClr val="accent1"/>
            </a:solidFill>
            <a:ln>
              <a:noFill/>
            </a:ln>
            <a:effectLst/>
          </p:spPr>
          <p:txBody>
            <a:bodyPr wrap="none" anchor="ctr"/>
            <a:lstStyle/>
            <a:p>
              <a:endParaRPr lang="en-US" sz="6532" dirty="0">
                <a:latin typeface="Sarabun" pitchFamily="2" charset="-34"/>
              </a:endParaRPr>
            </a:p>
          </p:txBody>
        </p:sp>
        <p:sp>
          <p:nvSpPr>
            <p:cNvPr id="21" name="Freeform 11">
              <a:extLst>
                <a:ext uri="{FF2B5EF4-FFF2-40B4-BE49-F238E27FC236}">
                  <a16:creationId xmlns:a16="http://schemas.microsoft.com/office/drawing/2014/main" xmlns="" id="{F6CFB97C-A284-3FD2-8A31-EAC385C8DE46}"/>
                </a:ext>
              </a:extLst>
            </p:cNvPr>
            <p:cNvSpPr>
              <a:spLocks noChangeArrowheads="1"/>
            </p:cNvSpPr>
            <p:nvPr/>
          </p:nvSpPr>
          <p:spPr bwMode="auto">
            <a:xfrm rot="17100000">
              <a:off x="4178362" y="10047515"/>
              <a:ext cx="4508601" cy="135179"/>
            </a:xfrm>
            <a:prstGeom prst="roundRect">
              <a:avLst>
                <a:gd name="adj" fmla="val 50000"/>
              </a:avLst>
            </a:prstGeom>
            <a:solidFill>
              <a:schemeClr val="bg1">
                <a:lumMod val="85000"/>
              </a:schemeClr>
            </a:solidFill>
            <a:ln>
              <a:noFill/>
            </a:ln>
            <a:effectLst/>
          </p:spPr>
          <p:txBody>
            <a:bodyPr wrap="none" anchor="ctr"/>
            <a:lstStyle/>
            <a:p>
              <a:endParaRPr lang="en-US" sz="6532" dirty="0">
                <a:latin typeface="Sarabun" pitchFamily="2" charset="-34"/>
              </a:endParaRPr>
            </a:p>
          </p:txBody>
        </p:sp>
        <p:sp>
          <p:nvSpPr>
            <p:cNvPr id="22" name="Freeform 8">
              <a:extLst>
                <a:ext uri="{FF2B5EF4-FFF2-40B4-BE49-F238E27FC236}">
                  <a16:creationId xmlns:a16="http://schemas.microsoft.com/office/drawing/2014/main" xmlns="" id="{E98A1B1B-2D13-7D95-F82C-BE5F111DBC4B}"/>
                </a:ext>
              </a:extLst>
            </p:cNvPr>
            <p:cNvSpPr>
              <a:spLocks noChangeArrowheads="1"/>
            </p:cNvSpPr>
            <p:nvPr/>
          </p:nvSpPr>
          <p:spPr bwMode="auto">
            <a:xfrm rot="15300000">
              <a:off x="1774838" y="4170143"/>
              <a:ext cx="1934360" cy="1934357"/>
            </a:xfrm>
            <a:custGeom>
              <a:avLst/>
              <a:gdLst>
                <a:gd name="T0" fmla="*/ 1062 w 2570"/>
                <a:gd name="T1" fmla="*/ 0 h 2570"/>
                <a:gd name="T2" fmla="*/ 1117 w 2570"/>
                <a:gd name="T3" fmla="*/ 1451 h 2570"/>
                <a:gd name="T4" fmla="*/ 2569 w 2570"/>
                <a:gd name="T5" fmla="*/ 1507 h 2570"/>
                <a:gd name="T6" fmla="*/ 0 w 2570"/>
                <a:gd name="T7" fmla="*/ 2569 h 2570"/>
                <a:gd name="T8" fmla="*/ 1062 w 2570"/>
                <a:gd name="T9" fmla="*/ 0 h 2570"/>
              </a:gdLst>
              <a:ahLst/>
              <a:cxnLst>
                <a:cxn ang="0">
                  <a:pos x="T0" y="T1"/>
                </a:cxn>
                <a:cxn ang="0">
                  <a:pos x="T2" y="T3"/>
                </a:cxn>
                <a:cxn ang="0">
                  <a:pos x="T4" y="T5"/>
                </a:cxn>
                <a:cxn ang="0">
                  <a:pos x="T6" y="T7"/>
                </a:cxn>
                <a:cxn ang="0">
                  <a:pos x="T8" y="T9"/>
                </a:cxn>
              </a:cxnLst>
              <a:rect l="0" t="0" r="r" b="b"/>
              <a:pathLst>
                <a:path w="2570" h="2570">
                  <a:moveTo>
                    <a:pt x="1062" y="0"/>
                  </a:moveTo>
                  <a:lnTo>
                    <a:pt x="1117" y="1451"/>
                  </a:lnTo>
                  <a:lnTo>
                    <a:pt x="2569" y="1507"/>
                  </a:lnTo>
                  <a:lnTo>
                    <a:pt x="0" y="2569"/>
                  </a:lnTo>
                  <a:lnTo>
                    <a:pt x="1062" y="0"/>
                  </a:lnTo>
                </a:path>
              </a:pathLst>
            </a:custGeom>
            <a:solidFill>
              <a:schemeClr val="accent3"/>
            </a:solidFill>
            <a:ln>
              <a:noFill/>
            </a:ln>
            <a:effectLst/>
          </p:spPr>
          <p:txBody>
            <a:bodyPr wrap="none" anchor="ctr"/>
            <a:lstStyle/>
            <a:p>
              <a:endParaRPr lang="en-US" sz="6532" dirty="0">
                <a:latin typeface="Sarabun" pitchFamily="2" charset="-34"/>
              </a:endParaRPr>
            </a:p>
          </p:txBody>
        </p:sp>
        <p:sp>
          <p:nvSpPr>
            <p:cNvPr id="23" name="Freeform 11">
              <a:extLst>
                <a:ext uri="{FF2B5EF4-FFF2-40B4-BE49-F238E27FC236}">
                  <a16:creationId xmlns:a16="http://schemas.microsoft.com/office/drawing/2014/main" xmlns="" id="{808032CF-ECF4-8F16-E58F-CF303E615855}"/>
                </a:ext>
              </a:extLst>
            </p:cNvPr>
            <p:cNvSpPr>
              <a:spLocks noChangeArrowheads="1"/>
            </p:cNvSpPr>
            <p:nvPr/>
          </p:nvSpPr>
          <p:spPr bwMode="auto">
            <a:xfrm rot="12600000">
              <a:off x="2612511" y="6305646"/>
              <a:ext cx="4501819" cy="135179"/>
            </a:xfrm>
            <a:prstGeom prst="roundRect">
              <a:avLst>
                <a:gd name="adj" fmla="val 50000"/>
              </a:avLst>
            </a:prstGeom>
            <a:solidFill>
              <a:schemeClr val="bg1">
                <a:lumMod val="85000"/>
              </a:schemeClr>
            </a:solidFill>
            <a:ln>
              <a:noFill/>
            </a:ln>
            <a:effectLst/>
          </p:spPr>
          <p:txBody>
            <a:bodyPr wrap="none" anchor="ctr"/>
            <a:lstStyle/>
            <a:p>
              <a:endParaRPr lang="en-US" sz="6532" dirty="0">
                <a:latin typeface="Sarabun" pitchFamily="2" charset="-34"/>
              </a:endParaRPr>
            </a:p>
          </p:txBody>
        </p:sp>
        <p:sp>
          <p:nvSpPr>
            <p:cNvPr id="24" name="Freeform 12">
              <a:extLst>
                <a:ext uri="{FF2B5EF4-FFF2-40B4-BE49-F238E27FC236}">
                  <a16:creationId xmlns:a16="http://schemas.microsoft.com/office/drawing/2014/main" xmlns="" id="{64079C55-5B05-601E-EE74-A332CF1C3442}"/>
                </a:ext>
              </a:extLst>
            </p:cNvPr>
            <p:cNvSpPr>
              <a:spLocks noChangeArrowheads="1"/>
            </p:cNvSpPr>
            <p:nvPr/>
          </p:nvSpPr>
          <p:spPr bwMode="auto">
            <a:xfrm rot="17100000">
              <a:off x="1774839" y="9147457"/>
              <a:ext cx="1934357" cy="1934357"/>
            </a:xfrm>
            <a:custGeom>
              <a:avLst/>
              <a:gdLst>
                <a:gd name="T0" fmla="*/ 1507 w 2570"/>
                <a:gd name="T1" fmla="*/ 0 h 2570"/>
                <a:gd name="T2" fmla="*/ 1452 w 2570"/>
                <a:gd name="T3" fmla="*/ 1451 h 2570"/>
                <a:gd name="T4" fmla="*/ 0 w 2570"/>
                <a:gd name="T5" fmla="*/ 1507 h 2570"/>
                <a:gd name="T6" fmla="*/ 2569 w 2570"/>
                <a:gd name="T7" fmla="*/ 2569 h 2570"/>
                <a:gd name="T8" fmla="*/ 1507 w 2570"/>
                <a:gd name="T9" fmla="*/ 0 h 2570"/>
              </a:gdLst>
              <a:ahLst/>
              <a:cxnLst>
                <a:cxn ang="0">
                  <a:pos x="T0" y="T1"/>
                </a:cxn>
                <a:cxn ang="0">
                  <a:pos x="T2" y="T3"/>
                </a:cxn>
                <a:cxn ang="0">
                  <a:pos x="T4" y="T5"/>
                </a:cxn>
                <a:cxn ang="0">
                  <a:pos x="T6" y="T7"/>
                </a:cxn>
                <a:cxn ang="0">
                  <a:pos x="T8" y="T9"/>
                </a:cxn>
              </a:cxnLst>
              <a:rect l="0" t="0" r="r" b="b"/>
              <a:pathLst>
                <a:path w="2570" h="2570">
                  <a:moveTo>
                    <a:pt x="1507" y="0"/>
                  </a:moveTo>
                  <a:lnTo>
                    <a:pt x="1452" y="1451"/>
                  </a:lnTo>
                  <a:lnTo>
                    <a:pt x="0" y="1507"/>
                  </a:lnTo>
                  <a:lnTo>
                    <a:pt x="2569" y="2569"/>
                  </a:lnTo>
                  <a:lnTo>
                    <a:pt x="1507" y="0"/>
                  </a:lnTo>
                </a:path>
              </a:pathLst>
            </a:custGeom>
            <a:solidFill>
              <a:schemeClr val="accent2"/>
            </a:solidFill>
            <a:ln>
              <a:noFill/>
            </a:ln>
            <a:effectLst/>
          </p:spPr>
          <p:txBody>
            <a:bodyPr wrap="none" anchor="ctr"/>
            <a:lstStyle/>
            <a:p>
              <a:endParaRPr lang="en-US" sz="6532" dirty="0">
                <a:latin typeface="Sarabun" pitchFamily="2" charset="-34"/>
              </a:endParaRPr>
            </a:p>
          </p:txBody>
        </p:sp>
        <p:sp>
          <p:nvSpPr>
            <p:cNvPr id="25" name="Freeform 11">
              <a:extLst>
                <a:ext uri="{FF2B5EF4-FFF2-40B4-BE49-F238E27FC236}">
                  <a16:creationId xmlns:a16="http://schemas.microsoft.com/office/drawing/2014/main" xmlns="" id="{79735DD6-CEA1-70F5-DDA8-58091C576DBD}"/>
                </a:ext>
              </a:extLst>
            </p:cNvPr>
            <p:cNvSpPr>
              <a:spLocks noChangeArrowheads="1"/>
            </p:cNvSpPr>
            <p:nvPr/>
          </p:nvSpPr>
          <p:spPr bwMode="auto">
            <a:xfrm rot="19800000">
              <a:off x="2610879" y="8817220"/>
              <a:ext cx="4501819" cy="135179"/>
            </a:xfrm>
            <a:prstGeom prst="roundRect">
              <a:avLst>
                <a:gd name="adj" fmla="val 50000"/>
              </a:avLst>
            </a:prstGeom>
            <a:solidFill>
              <a:schemeClr val="bg1">
                <a:lumMod val="85000"/>
              </a:schemeClr>
            </a:solidFill>
            <a:ln>
              <a:noFill/>
            </a:ln>
            <a:effectLst/>
          </p:spPr>
          <p:txBody>
            <a:bodyPr wrap="none" anchor="ctr"/>
            <a:lstStyle/>
            <a:p>
              <a:endParaRPr lang="en-US" sz="6532" dirty="0">
                <a:latin typeface="Sarabun" pitchFamily="2" charset="-34"/>
              </a:endParaRPr>
            </a:p>
          </p:txBody>
        </p:sp>
        <p:sp>
          <p:nvSpPr>
            <p:cNvPr id="26" name="TextBox 25">
              <a:extLst>
                <a:ext uri="{FF2B5EF4-FFF2-40B4-BE49-F238E27FC236}">
                  <a16:creationId xmlns:a16="http://schemas.microsoft.com/office/drawing/2014/main" xmlns="" id="{48072518-6FBE-5988-D575-4190E6304120}"/>
                </a:ext>
              </a:extLst>
            </p:cNvPr>
            <p:cNvSpPr txBox="1"/>
            <p:nvPr/>
          </p:nvSpPr>
          <p:spPr>
            <a:xfrm>
              <a:off x="13562401" y="9914375"/>
              <a:ext cx="4537142" cy="1174031"/>
            </a:xfrm>
            <a:prstGeom prst="rect">
              <a:avLst/>
            </a:prstGeom>
            <a:noFill/>
          </p:spPr>
          <p:txBody>
            <a:bodyPr wrap="none" rtlCol="0" anchor="ctr" anchorCtr="0">
              <a:spAutoFit/>
            </a:bodyPr>
            <a:lstStyle/>
            <a:p>
              <a:r>
                <a:rPr lang="en-US" sz="1600" b="1" dirty="0">
                  <a:solidFill>
                    <a:schemeClr val="bg1"/>
                  </a:solidFill>
                  <a:latin typeface="Roboto" panose="02000000000000000000" pitchFamily="2" charset="0"/>
                  <a:ea typeface="Roboto" panose="02000000000000000000" pitchFamily="2" charset="0"/>
                  <a:cs typeface="Poppins" pitchFamily="2" charset="77"/>
                </a:rPr>
                <a:t>YOUR TITLE</a:t>
              </a:r>
            </a:p>
          </p:txBody>
        </p:sp>
        <p:sp>
          <p:nvSpPr>
            <p:cNvPr id="28" name="TextBox 27">
              <a:extLst>
                <a:ext uri="{FF2B5EF4-FFF2-40B4-BE49-F238E27FC236}">
                  <a16:creationId xmlns:a16="http://schemas.microsoft.com/office/drawing/2014/main" xmlns="" id="{A4A915EB-3BDC-A332-0A8D-E9AE962C65D9}"/>
                </a:ext>
              </a:extLst>
            </p:cNvPr>
            <p:cNvSpPr txBox="1"/>
            <p:nvPr/>
          </p:nvSpPr>
          <p:spPr>
            <a:xfrm>
              <a:off x="13562401" y="3281123"/>
              <a:ext cx="4537142" cy="1174031"/>
            </a:xfrm>
            <a:prstGeom prst="rect">
              <a:avLst/>
            </a:prstGeom>
            <a:noFill/>
          </p:spPr>
          <p:txBody>
            <a:bodyPr wrap="none" rtlCol="0" anchor="ctr" anchorCtr="0">
              <a:spAutoFit/>
            </a:bodyPr>
            <a:lstStyle/>
            <a:p>
              <a:r>
                <a:rPr lang="en-US" sz="1600" b="1" dirty="0">
                  <a:solidFill>
                    <a:schemeClr val="bg1"/>
                  </a:solidFill>
                  <a:latin typeface="Roboto" panose="02000000000000000000" pitchFamily="2" charset="0"/>
                  <a:ea typeface="Roboto" panose="02000000000000000000" pitchFamily="2" charset="0"/>
                  <a:cs typeface="Poppins" pitchFamily="2" charset="77"/>
                </a:rPr>
                <a:t>YOUR TITLE</a:t>
              </a:r>
            </a:p>
          </p:txBody>
        </p:sp>
        <p:sp>
          <p:nvSpPr>
            <p:cNvPr id="29" name="Subtitle 2">
              <a:extLst>
                <a:ext uri="{FF2B5EF4-FFF2-40B4-BE49-F238E27FC236}">
                  <a16:creationId xmlns:a16="http://schemas.microsoft.com/office/drawing/2014/main" xmlns="" id="{6B7F1403-4702-3FA7-54DA-F7ED10272880}"/>
                </a:ext>
              </a:extLst>
            </p:cNvPr>
            <p:cNvSpPr txBox="1">
              <a:spLocks/>
            </p:cNvSpPr>
            <p:nvPr/>
          </p:nvSpPr>
          <p:spPr>
            <a:xfrm>
              <a:off x="13010053" y="4032303"/>
              <a:ext cx="7670784" cy="1508685"/>
            </a:xfrm>
            <a:prstGeom prst="rect">
              <a:avLst/>
            </a:prstGeom>
          </p:spPr>
          <p:txBody>
            <a:bodyPr vert="horz" wrap="square" lIns="217490" tIns="108745" rIns="217490" bIns="1087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400" dirty="0">
                  <a:solidFill>
                    <a:schemeClr val="bg1"/>
                  </a:solidFill>
                  <a:latin typeface="Roboto" panose="02000000000000000000" pitchFamily="2" charset="0"/>
                  <a:ea typeface="Roboto" panose="02000000000000000000" pitchFamily="2" charset="0"/>
                  <a:cs typeface="Mukta ExtraLight" panose="020B0000000000000000" pitchFamily="34" charset="77"/>
                </a:rPr>
                <a:t>Green marketing is a</a:t>
              </a:r>
            </a:p>
          </p:txBody>
        </p:sp>
        <p:sp>
          <p:nvSpPr>
            <p:cNvPr id="30" name="TextBox 29">
              <a:extLst>
                <a:ext uri="{FF2B5EF4-FFF2-40B4-BE49-F238E27FC236}">
                  <a16:creationId xmlns:a16="http://schemas.microsoft.com/office/drawing/2014/main" xmlns="" id="{DF97C923-EF91-0382-F71D-4462CF255F50}"/>
                </a:ext>
              </a:extLst>
            </p:cNvPr>
            <p:cNvSpPr txBox="1"/>
            <p:nvPr/>
          </p:nvSpPr>
          <p:spPr>
            <a:xfrm>
              <a:off x="13589599" y="5517456"/>
              <a:ext cx="4537142" cy="1174031"/>
            </a:xfrm>
            <a:prstGeom prst="rect">
              <a:avLst/>
            </a:prstGeom>
            <a:noFill/>
          </p:spPr>
          <p:txBody>
            <a:bodyPr wrap="none" rtlCol="0" anchor="ctr" anchorCtr="0">
              <a:spAutoFit/>
            </a:bodyPr>
            <a:lstStyle/>
            <a:p>
              <a:r>
                <a:rPr lang="en-US" sz="1600" b="1" dirty="0">
                  <a:solidFill>
                    <a:schemeClr val="bg1"/>
                  </a:solidFill>
                  <a:latin typeface="Roboto" panose="02000000000000000000" pitchFamily="2" charset="0"/>
                  <a:ea typeface="Roboto" panose="02000000000000000000" pitchFamily="2" charset="0"/>
                  <a:cs typeface="Poppins" pitchFamily="2" charset="77"/>
                </a:rPr>
                <a:t>YOUR TITLE</a:t>
              </a:r>
            </a:p>
          </p:txBody>
        </p:sp>
        <p:sp>
          <p:nvSpPr>
            <p:cNvPr id="32" name="TextBox 31">
              <a:extLst>
                <a:ext uri="{FF2B5EF4-FFF2-40B4-BE49-F238E27FC236}">
                  <a16:creationId xmlns:a16="http://schemas.microsoft.com/office/drawing/2014/main" xmlns="" id="{A1A772D7-335B-17B4-1EEE-204BFB87A4EE}"/>
                </a:ext>
              </a:extLst>
            </p:cNvPr>
            <p:cNvSpPr txBox="1"/>
            <p:nvPr/>
          </p:nvSpPr>
          <p:spPr>
            <a:xfrm>
              <a:off x="13562401" y="7715626"/>
              <a:ext cx="4537142" cy="1174031"/>
            </a:xfrm>
            <a:prstGeom prst="rect">
              <a:avLst/>
            </a:prstGeom>
            <a:noFill/>
          </p:spPr>
          <p:txBody>
            <a:bodyPr wrap="none" rtlCol="0" anchor="ctr" anchorCtr="0">
              <a:spAutoFit/>
            </a:bodyPr>
            <a:lstStyle/>
            <a:p>
              <a:r>
                <a:rPr lang="en-US" sz="1600" b="1" dirty="0">
                  <a:solidFill>
                    <a:schemeClr val="bg1"/>
                  </a:solidFill>
                  <a:latin typeface="Roboto" panose="02000000000000000000" pitchFamily="2" charset="0"/>
                  <a:ea typeface="Roboto" panose="02000000000000000000" pitchFamily="2" charset="0"/>
                  <a:cs typeface="Poppins" pitchFamily="2" charset="77"/>
                </a:rPr>
                <a:t>YOUR TITLE</a:t>
              </a:r>
            </a:p>
          </p:txBody>
        </p:sp>
        <p:sp>
          <p:nvSpPr>
            <p:cNvPr id="38" name="Subtitle 2">
              <a:extLst>
                <a:ext uri="{FF2B5EF4-FFF2-40B4-BE49-F238E27FC236}">
                  <a16:creationId xmlns:a16="http://schemas.microsoft.com/office/drawing/2014/main" xmlns="" id="{C05736D1-002C-D08C-E15A-5006FA10201F}"/>
                </a:ext>
              </a:extLst>
            </p:cNvPr>
            <p:cNvSpPr txBox="1">
              <a:spLocks/>
            </p:cNvSpPr>
            <p:nvPr/>
          </p:nvSpPr>
          <p:spPr>
            <a:xfrm>
              <a:off x="13010053" y="6271105"/>
              <a:ext cx="7670784" cy="1508685"/>
            </a:xfrm>
            <a:prstGeom prst="rect">
              <a:avLst/>
            </a:prstGeom>
          </p:spPr>
          <p:txBody>
            <a:bodyPr vert="horz" wrap="square" lIns="217490" tIns="108745" rIns="217490" bIns="1087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400" dirty="0">
                  <a:solidFill>
                    <a:schemeClr val="bg1"/>
                  </a:solidFill>
                  <a:latin typeface="Roboto" panose="02000000000000000000" pitchFamily="2" charset="0"/>
                  <a:ea typeface="Roboto" panose="02000000000000000000" pitchFamily="2" charset="0"/>
                  <a:cs typeface="Mukta ExtraLight" panose="020B0000000000000000" pitchFamily="34" charset="77"/>
                </a:rPr>
                <a:t>Green marketing is a</a:t>
              </a:r>
            </a:p>
          </p:txBody>
        </p:sp>
        <p:sp>
          <p:nvSpPr>
            <p:cNvPr id="39" name="Subtitle 2">
              <a:extLst>
                <a:ext uri="{FF2B5EF4-FFF2-40B4-BE49-F238E27FC236}">
                  <a16:creationId xmlns:a16="http://schemas.microsoft.com/office/drawing/2014/main" xmlns="" id="{0B58A3EF-E3AB-5B82-477B-4609754B01F0}"/>
                </a:ext>
              </a:extLst>
            </p:cNvPr>
            <p:cNvSpPr txBox="1">
              <a:spLocks/>
            </p:cNvSpPr>
            <p:nvPr/>
          </p:nvSpPr>
          <p:spPr>
            <a:xfrm>
              <a:off x="13010053" y="8483389"/>
              <a:ext cx="7670784" cy="1508685"/>
            </a:xfrm>
            <a:prstGeom prst="rect">
              <a:avLst/>
            </a:prstGeom>
          </p:spPr>
          <p:txBody>
            <a:bodyPr vert="horz" wrap="square" lIns="217490" tIns="108745" rIns="217490" bIns="1087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400" dirty="0">
                  <a:solidFill>
                    <a:schemeClr val="bg1"/>
                  </a:solidFill>
                  <a:latin typeface="Roboto" panose="02000000000000000000" pitchFamily="2" charset="0"/>
                  <a:ea typeface="Roboto" panose="02000000000000000000" pitchFamily="2" charset="0"/>
                  <a:cs typeface="Mukta ExtraLight" panose="020B0000000000000000" pitchFamily="34" charset="77"/>
                </a:rPr>
                <a:t>Green marketing is a</a:t>
              </a:r>
            </a:p>
          </p:txBody>
        </p:sp>
        <p:sp>
          <p:nvSpPr>
            <p:cNvPr id="40" name="Subtitle 2">
              <a:extLst>
                <a:ext uri="{FF2B5EF4-FFF2-40B4-BE49-F238E27FC236}">
                  <a16:creationId xmlns:a16="http://schemas.microsoft.com/office/drawing/2014/main" xmlns="" id="{DC73C361-E52A-DB74-6CA1-C157E15E01C3}"/>
                </a:ext>
              </a:extLst>
            </p:cNvPr>
            <p:cNvSpPr txBox="1">
              <a:spLocks/>
            </p:cNvSpPr>
            <p:nvPr/>
          </p:nvSpPr>
          <p:spPr>
            <a:xfrm>
              <a:off x="13010053" y="10646510"/>
              <a:ext cx="7670784" cy="1508685"/>
            </a:xfrm>
            <a:prstGeom prst="rect">
              <a:avLst/>
            </a:prstGeom>
          </p:spPr>
          <p:txBody>
            <a:bodyPr vert="horz" wrap="square" lIns="217490" tIns="108745" rIns="217490" bIns="1087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400" dirty="0">
                  <a:solidFill>
                    <a:schemeClr val="bg1"/>
                  </a:solidFill>
                  <a:latin typeface="Roboto" panose="02000000000000000000" pitchFamily="2" charset="0"/>
                  <a:ea typeface="Roboto" panose="02000000000000000000" pitchFamily="2" charset="0"/>
                  <a:cs typeface="Mukta ExtraLight" panose="020B0000000000000000" pitchFamily="34" charset="77"/>
                </a:rPr>
                <a:t>Green marketing is a</a:t>
              </a:r>
            </a:p>
          </p:txBody>
        </p:sp>
      </p:grpSp>
    </p:spTree>
    <p:extLst>
      <p:ext uri="{BB962C8B-B14F-4D97-AF65-F5344CB8AC3E}">
        <p14:creationId xmlns:p14="http://schemas.microsoft.com/office/powerpoint/2010/main" val="4099555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E128826-081B-5084-864B-BB9FEC10CBC4}"/>
            </a:ext>
          </a:extLst>
        </p:cNvPr>
        <p:cNvGrpSpPr/>
        <p:nvPr/>
      </p:nvGrpSpPr>
      <p:grpSpPr>
        <a:xfrm>
          <a:off x="0" y="0"/>
          <a:ext cx="0" cy="0"/>
          <a:chOff x="0" y="0"/>
          <a:chExt cx="0" cy="0"/>
        </a:xfrm>
      </p:grpSpPr>
      <p:graphicFrame>
        <p:nvGraphicFramePr>
          <p:cNvPr id="3" name="Table 4">
            <a:extLst>
              <a:ext uri="{FF2B5EF4-FFF2-40B4-BE49-F238E27FC236}">
                <a16:creationId xmlns:a16="http://schemas.microsoft.com/office/drawing/2014/main" xmlns="" id="{08C5D862-3AA9-4564-848B-FC41D9F8EBC6}"/>
              </a:ext>
            </a:extLst>
          </p:cNvPr>
          <p:cNvGraphicFramePr>
            <a:graphicFrameLocks noGrp="1"/>
          </p:cNvGraphicFramePr>
          <p:nvPr>
            <p:extLst>
              <p:ext uri="{D42A27DB-BD31-4B8C-83A1-F6EECF244321}">
                <p14:modId xmlns:p14="http://schemas.microsoft.com/office/powerpoint/2010/main" val="3724064392"/>
              </p:ext>
            </p:extLst>
          </p:nvPr>
        </p:nvGraphicFramePr>
        <p:xfrm>
          <a:off x="760096" y="1269270"/>
          <a:ext cx="10671808" cy="4680000"/>
        </p:xfrm>
        <a:graphic>
          <a:graphicData uri="http://schemas.openxmlformats.org/drawingml/2006/table">
            <a:tbl>
              <a:tblPr firstRow="1" bandRow="1">
                <a:tableStyleId>{5C22544A-7EE6-4342-B048-85BDC9FD1C3A}</a:tableStyleId>
              </a:tblPr>
              <a:tblGrid>
                <a:gridCol w="875016">
                  <a:extLst>
                    <a:ext uri="{9D8B030D-6E8A-4147-A177-3AD203B41FA5}">
                      <a16:colId xmlns:a16="http://schemas.microsoft.com/office/drawing/2014/main" xmlns="" val="2275186365"/>
                    </a:ext>
                  </a:extLst>
                </a:gridCol>
                <a:gridCol w="4427033">
                  <a:extLst>
                    <a:ext uri="{9D8B030D-6E8A-4147-A177-3AD203B41FA5}">
                      <a16:colId xmlns:a16="http://schemas.microsoft.com/office/drawing/2014/main" xmlns="" val="37470790"/>
                    </a:ext>
                  </a:extLst>
                </a:gridCol>
                <a:gridCol w="1414131">
                  <a:extLst>
                    <a:ext uri="{9D8B030D-6E8A-4147-A177-3AD203B41FA5}">
                      <a16:colId xmlns:a16="http://schemas.microsoft.com/office/drawing/2014/main" xmlns="" val="873215977"/>
                    </a:ext>
                  </a:extLst>
                </a:gridCol>
                <a:gridCol w="3955628">
                  <a:extLst>
                    <a:ext uri="{9D8B030D-6E8A-4147-A177-3AD203B41FA5}">
                      <a16:colId xmlns:a16="http://schemas.microsoft.com/office/drawing/2014/main" xmlns="" val="4078661728"/>
                    </a:ext>
                  </a:extLst>
                </a:gridCol>
              </a:tblGrid>
              <a:tr h="360000">
                <a:tc>
                  <a:txBody>
                    <a:bodyPr/>
                    <a:lstStyle/>
                    <a:p>
                      <a:pPr algn="ctr"/>
                      <a:r>
                        <a:rPr lang="en-US" sz="1600" b="1" i="0">
                          <a:latin typeface="Roboto" panose="02000000000000000000" pitchFamily="2" charset="0"/>
                          <a:ea typeface="Roboto" panose="02000000000000000000" pitchFamily="2" charset="0"/>
                          <a:cs typeface="Sarabun" panose="020B0604020202020204" charset="-34"/>
                        </a:rPr>
                        <a:t>TT</a:t>
                      </a:r>
                    </a:p>
                  </a:txBody>
                  <a:tcPr marL="45720" marR="45720" marT="22860" marB="2286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EE0033"/>
                    </a:solidFill>
                  </a:tcPr>
                </a:tc>
                <a:tc>
                  <a:txBody>
                    <a:bodyPr/>
                    <a:lstStyle/>
                    <a:p>
                      <a:pPr algn="ctr"/>
                      <a:r>
                        <a:rPr lang="en-GB" sz="1600">
                          <a:latin typeface="Roboto" panose="02000000000000000000" pitchFamily="2" charset="0"/>
                          <a:ea typeface="Roboto" panose="02000000000000000000" pitchFamily="2" charset="0"/>
                        </a:rPr>
                        <a:t>Dolore</a:t>
                      </a:r>
                      <a:endParaRPr lang="en-US" sz="1600" b="1"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EE0033"/>
                    </a:solidFill>
                  </a:tcPr>
                </a:tc>
                <a:tc>
                  <a:txBody>
                    <a:bodyPr/>
                    <a:lstStyle/>
                    <a:p>
                      <a:pPr algn="ctr"/>
                      <a:r>
                        <a:rPr lang="en-GB" sz="1600">
                          <a:latin typeface="Roboto" panose="02000000000000000000" pitchFamily="2" charset="0"/>
                          <a:ea typeface="Roboto" panose="02000000000000000000" pitchFamily="2" charset="0"/>
                        </a:rPr>
                        <a:t>Nostrud</a:t>
                      </a:r>
                      <a:endParaRPr lang="en-US" sz="1600" b="1"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EE0033"/>
                    </a:solidFill>
                  </a:tcPr>
                </a:tc>
                <a:tc>
                  <a:txBody>
                    <a:bodyPr/>
                    <a:lstStyle/>
                    <a:p>
                      <a:pPr algn="ctr"/>
                      <a:r>
                        <a:rPr lang="en-GB" sz="1600">
                          <a:latin typeface="Roboto" panose="02000000000000000000" pitchFamily="2" charset="0"/>
                          <a:ea typeface="Roboto" panose="02000000000000000000" pitchFamily="2" charset="0"/>
                        </a:rPr>
                        <a:t>Incididunt</a:t>
                      </a:r>
                      <a:endParaRPr lang="en-US" sz="1600" b="1"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rgbClr val="EE0033"/>
                    </a:solidFill>
                  </a:tcPr>
                </a:tc>
                <a:extLst>
                  <a:ext uri="{0D108BD9-81ED-4DB2-BD59-A6C34878D82A}">
                    <a16:rowId xmlns:a16="http://schemas.microsoft.com/office/drawing/2014/main" xmlns="" val="2788484340"/>
                  </a:ext>
                </a:extLst>
              </a:tr>
              <a:tr h="360000">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1</a:t>
                      </a:r>
                    </a:p>
                  </a:txBody>
                  <a:tcPr marL="45720" marR="45720" marT="22860" marB="2286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144000"/>
                      <a:r>
                        <a:rPr lang="en-GB" sz="1600">
                          <a:latin typeface="Roboto" panose="02000000000000000000" pitchFamily="2" charset="0"/>
                          <a:ea typeface="Roboto" panose="02000000000000000000" pitchFamily="2" charset="0"/>
                        </a:rPr>
                        <a:t>Dolore officia eiusmod cillum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05</a:t>
                      </a: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3188452119"/>
                  </a:ext>
                </a:extLst>
              </a:tr>
              <a:tr h="360000">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2</a:t>
                      </a:r>
                    </a:p>
                  </a:txBody>
                  <a:tcPr marL="45720" marR="45720" marT="22860" marB="2286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marL="144000"/>
                      <a:r>
                        <a:rPr lang="en-GB" sz="1600">
                          <a:latin typeface="Roboto" panose="02000000000000000000" pitchFamily="2" charset="0"/>
                          <a:ea typeface="Roboto" panose="02000000000000000000" pitchFamily="2" charset="0"/>
                        </a:rPr>
                        <a:t>Dolore officia eiusmod cillum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40</a:t>
                      </a: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marL="144000"/>
                      <a:r>
                        <a:rPr lang="en-GB" sz="1600">
                          <a:latin typeface="Roboto" panose="02000000000000000000" pitchFamily="2" charset="0"/>
                          <a:ea typeface="Roboto" panose="02000000000000000000" pitchFamily="2" charset="0"/>
                        </a:rPr>
                        <a:t>Incididunt sunt occaecat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extLst>
                  <a:ext uri="{0D108BD9-81ED-4DB2-BD59-A6C34878D82A}">
                    <a16:rowId xmlns:a16="http://schemas.microsoft.com/office/drawing/2014/main" xmlns="" val="1245477652"/>
                  </a:ext>
                </a:extLst>
              </a:tr>
              <a:tr h="360000">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3</a:t>
                      </a:r>
                    </a:p>
                  </a:txBody>
                  <a:tcPr marL="45720" marR="45720" marT="22860" marB="2286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144000"/>
                      <a:r>
                        <a:rPr lang="en-GB" sz="1600">
                          <a:latin typeface="Roboto" panose="02000000000000000000" pitchFamily="2" charset="0"/>
                          <a:ea typeface="Roboto" panose="02000000000000000000" pitchFamily="2" charset="0"/>
                        </a:rPr>
                        <a:t>Dolore officia eiusmod cillum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150</a:t>
                      </a: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144000"/>
                      <a:r>
                        <a:rPr lang="en-GB" sz="1600">
                          <a:latin typeface="Roboto" panose="02000000000000000000" pitchFamily="2" charset="0"/>
                          <a:ea typeface="Roboto" panose="02000000000000000000" pitchFamily="2" charset="0"/>
                        </a:rPr>
                        <a:t>Incididunt sunt occaecat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156491187"/>
                  </a:ext>
                </a:extLst>
              </a:tr>
              <a:tr h="360000">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4</a:t>
                      </a:r>
                    </a:p>
                  </a:txBody>
                  <a:tcPr marL="45720" marR="45720" marT="22860" marB="2286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marL="144000"/>
                      <a:r>
                        <a:rPr lang="en-GB" sz="1600">
                          <a:latin typeface="Roboto" panose="02000000000000000000" pitchFamily="2" charset="0"/>
                          <a:ea typeface="Roboto" panose="02000000000000000000" pitchFamily="2" charset="0"/>
                        </a:rPr>
                        <a:t>Dolore officia eiusmod cillum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08</a:t>
                      </a: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marL="144000"/>
                      <a:r>
                        <a:rPr lang="en-GB" sz="1600">
                          <a:latin typeface="Roboto" panose="02000000000000000000" pitchFamily="2" charset="0"/>
                          <a:ea typeface="Roboto" panose="02000000000000000000" pitchFamily="2" charset="0"/>
                        </a:rPr>
                        <a:t>Incididunt sunt occaecat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extLst>
                  <a:ext uri="{0D108BD9-81ED-4DB2-BD59-A6C34878D82A}">
                    <a16:rowId xmlns:a16="http://schemas.microsoft.com/office/drawing/2014/main" xmlns="" val="113518696"/>
                  </a:ext>
                </a:extLst>
              </a:tr>
              <a:tr h="360000">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5</a:t>
                      </a:r>
                    </a:p>
                  </a:txBody>
                  <a:tcPr marL="45720" marR="45720" marT="22860" marB="2286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144000"/>
                      <a:r>
                        <a:rPr lang="en-GB" sz="1600">
                          <a:latin typeface="Roboto" panose="02000000000000000000" pitchFamily="2" charset="0"/>
                          <a:ea typeface="Roboto" panose="02000000000000000000" pitchFamily="2" charset="0"/>
                        </a:rPr>
                        <a:t>Dolore officia eiusmod cillum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08</a:t>
                      </a: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144000" marR="0" lvl="0" indent="0" algn="l" defTabSz="1828343" rtl="0" eaLnBrk="1" fontAlgn="auto" latinLnBrk="0" hangingPunct="1">
                        <a:lnSpc>
                          <a:spcPct val="100000"/>
                        </a:lnSpc>
                        <a:spcBef>
                          <a:spcPts val="0"/>
                        </a:spcBef>
                        <a:spcAft>
                          <a:spcPts val="0"/>
                        </a:spcAft>
                        <a:buClrTx/>
                        <a:buSzTx/>
                        <a:buFontTx/>
                        <a:buNone/>
                        <a:tabLst/>
                        <a:defRPr/>
                      </a:pPr>
                      <a:r>
                        <a:rPr lang="en-GB" sz="1600">
                          <a:latin typeface="Roboto" panose="02000000000000000000" pitchFamily="2" charset="0"/>
                          <a:ea typeface="Roboto" panose="02000000000000000000" pitchFamily="2" charset="0"/>
                        </a:rPr>
                        <a:t>Incididunt sunt occaecat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2892398375"/>
                  </a:ext>
                </a:extLst>
              </a:tr>
              <a:tr h="360000">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6</a:t>
                      </a:r>
                    </a:p>
                  </a:txBody>
                  <a:tcPr marL="45720" marR="45720" marT="22860" marB="2286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marL="144000"/>
                      <a:r>
                        <a:rPr lang="en-GB" sz="1600">
                          <a:latin typeface="Roboto" panose="02000000000000000000" pitchFamily="2" charset="0"/>
                          <a:ea typeface="Roboto" panose="02000000000000000000" pitchFamily="2" charset="0"/>
                        </a:rPr>
                        <a:t>Dolore officia eiusmod cillum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08</a:t>
                      </a: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marL="144000"/>
                      <a:r>
                        <a:rPr lang="en-GB" sz="1600">
                          <a:latin typeface="Roboto" panose="02000000000000000000" pitchFamily="2" charset="0"/>
                          <a:ea typeface="Roboto" panose="02000000000000000000" pitchFamily="2" charset="0"/>
                        </a:rPr>
                        <a:t>Incididunt sunt occaecat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extLst>
                  <a:ext uri="{0D108BD9-81ED-4DB2-BD59-A6C34878D82A}">
                    <a16:rowId xmlns:a16="http://schemas.microsoft.com/office/drawing/2014/main" xmlns="" val="2587715318"/>
                  </a:ext>
                </a:extLst>
              </a:tr>
              <a:tr h="360000">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7</a:t>
                      </a:r>
                    </a:p>
                  </a:txBody>
                  <a:tcPr marL="45720" marR="45720" marT="22860" marB="2286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144000"/>
                      <a:r>
                        <a:rPr lang="en-GB" sz="1600">
                          <a:latin typeface="Roboto" panose="02000000000000000000" pitchFamily="2" charset="0"/>
                          <a:ea typeface="Roboto" panose="02000000000000000000" pitchFamily="2" charset="0"/>
                        </a:rPr>
                        <a:t>Dolore officia eiusmod cillum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04</a:t>
                      </a: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144000"/>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2345373906"/>
                  </a:ext>
                </a:extLst>
              </a:tr>
              <a:tr h="360000">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8</a:t>
                      </a:r>
                    </a:p>
                  </a:txBody>
                  <a:tcPr marL="45720" marR="45720" marT="22860" marB="2286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marL="144000"/>
                      <a:r>
                        <a:rPr lang="en-GB" sz="1600">
                          <a:latin typeface="Roboto" panose="02000000000000000000" pitchFamily="2" charset="0"/>
                          <a:ea typeface="Roboto" panose="02000000000000000000" pitchFamily="2" charset="0"/>
                        </a:rPr>
                        <a:t>Dolore officia eiusmod cillum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04</a:t>
                      </a: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marL="144000"/>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extLst>
                  <a:ext uri="{0D108BD9-81ED-4DB2-BD59-A6C34878D82A}">
                    <a16:rowId xmlns:a16="http://schemas.microsoft.com/office/drawing/2014/main" xmlns="" val="4209157376"/>
                  </a:ext>
                </a:extLst>
              </a:tr>
              <a:tr h="360000">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9</a:t>
                      </a:r>
                    </a:p>
                  </a:txBody>
                  <a:tcPr marL="45720" marR="45720" marT="22860" marB="2286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144000"/>
                      <a:r>
                        <a:rPr lang="en-GB" sz="1600">
                          <a:latin typeface="Roboto" panose="02000000000000000000" pitchFamily="2" charset="0"/>
                          <a:ea typeface="Roboto" panose="02000000000000000000" pitchFamily="2" charset="0"/>
                        </a:rPr>
                        <a:t>Dolore officia eiusmod cillum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04</a:t>
                      </a: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144000"/>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2641918459"/>
                  </a:ext>
                </a:extLst>
              </a:tr>
              <a:tr h="360000">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10</a:t>
                      </a:r>
                    </a:p>
                  </a:txBody>
                  <a:tcPr marL="45720" marR="45720" marT="22860" marB="2286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marL="144000"/>
                      <a:r>
                        <a:rPr lang="en-GB" sz="1600">
                          <a:latin typeface="Roboto" panose="02000000000000000000" pitchFamily="2" charset="0"/>
                          <a:ea typeface="Roboto" panose="02000000000000000000" pitchFamily="2" charset="0"/>
                        </a:rPr>
                        <a:t>Dolore officia eiusmod cillum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04</a:t>
                      </a: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marL="144000"/>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extLst>
                  <a:ext uri="{0D108BD9-81ED-4DB2-BD59-A6C34878D82A}">
                    <a16:rowId xmlns:a16="http://schemas.microsoft.com/office/drawing/2014/main" xmlns="" val="68676909"/>
                  </a:ext>
                </a:extLst>
              </a:tr>
              <a:tr h="360000">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11</a:t>
                      </a:r>
                    </a:p>
                  </a:txBody>
                  <a:tcPr marL="45720" marR="45720" marT="22860" marB="2286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144000"/>
                      <a:r>
                        <a:rPr lang="en-GB" sz="1600">
                          <a:latin typeface="Roboto" panose="02000000000000000000" pitchFamily="2" charset="0"/>
                          <a:ea typeface="Roboto" panose="02000000000000000000" pitchFamily="2" charset="0"/>
                        </a:rPr>
                        <a:t>Dolore officia eiusmod cillum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04</a:t>
                      </a: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144000"/>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80038966"/>
                  </a:ext>
                </a:extLst>
              </a:tr>
              <a:tr h="360000">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12</a:t>
                      </a:r>
                    </a:p>
                  </a:txBody>
                  <a:tcPr marL="45720" marR="45720" marT="22860" marB="2286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marL="144000"/>
                      <a:r>
                        <a:rPr lang="en-GB" sz="1600">
                          <a:latin typeface="Roboto" panose="02000000000000000000" pitchFamily="2" charset="0"/>
                          <a:ea typeface="Roboto" panose="02000000000000000000" pitchFamily="2" charset="0"/>
                        </a:rPr>
                        <a:t>Dolore officia eiusmod cillum </a:t>
                      </a:r>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algn="ctr"/>
                      <a:r>
                        <a:rPr lang="en-US" sz="1600" b="0" i="0">
                          <a:latin typeface="Roboto" panose="02000000000000000000" pitchFamily="2" charset="0"/>
                          <a:ea typeface="Roboto" panose="02000000000000000000" pitchFamily="2" charset="0"/>
                          <a:cs typeface="Sarabun" panose="020B0604020202020204" charset="-34"/>
                        </a:rPr>
                        <a:t>04</a:t>
                      </a:r>
                    </a:p>
                  </a:txBody>
                  <a:tcPr marL="45720" marR="45720" marT="22860" marB="228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tc>
                  <a:txBody>
                    <a:bodyPr/>
                    <a:lstStyle/>
                    <a:p>
                      <a:pPr marL="144000"/>
                      <a:endParaRPr lang="en-US" sz="1600" b="0" i="0">
                        <a:latin typeface="Roboto" panose="02000000000000000000" pitchFamily="2" charset="0"/>
                        <a:ea typeface="Roboto" panose="02000000000000000000" pitchFamily="2" charset="0"/>
                        <a:cs typeface="Sarabun" panose="020B0604020202020204" charset="-34"/>
                      </a:endParaRPr>
                    </a:p>
                  </a:txBody>
                  <a:tcPr marL="45720" marR="45720" marT="22860" marB="2286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DCDC"/>
                    </a:solidFill>
                  </a:tcPr>
                </a:tc>
                <a:extLst>
                  <a:ext uri="{0D108BD9-81ED-4DB2-BD59-A6C34878D82A}">
                    <a16:rowId xmlns:a16="http://schemas.microsoft.com/office/drawing/2014/main" xmlns="" val="2198512832"/>
                  </a:ext>
                </a:extLst>
              </a:tr>
            </a:tbl>
          </a:graphicData>
        </a:graphic>
      </p:graphicFrame>
      <p:sp>
        <p:nvSpPr>
          <p:cNvPr id="2" name="Title 28">
            <a:extLst>
              <a:ext uri="{FF2B5EF4-FFF2-40B4-BE49-F238E27FC236}">
                <a16:creationId xmlns:a16="http://schemas.microsoft.com/office/drawing/2014/main" xmlns="" id="{E850514D-F2AF-ED9F-6CD9-9375A5506330}"/>
              </a:ext>
            </a:extLst>
          </p:cNvPr>
          <p:cNvSpPr txBox="1">
            <a:spLocks/>
          </p:cNvSpPr>
          <p:nvPr/>
        </p:nvSpPr>
        <p:spPr>
          <a:xfrm>
            <a:off x="301029" y="200515"/>
            <a:ext cx="10513547" cy="511855"/>
          </a:xfrm>
          <a:prstGeom prst="rect">
            <a:avLst/>
          </a:prstGeom>
        </p:spPr>
        <p:txBody>
          <a:bodyPr anchor="b"/>
          <a:lstStyle>
            <a:lvl1pPr algn="ctr" defTabSz="1828343" rtl="0" eaLnBrk="1" latinLnBrk="0" hangingPunct="1">
              <a:lnSpc>
                <a:spcPct val="90000"/>
              </a:lnSpc>
              <a:spcBef>
                <a:spcPct val="0"/>
              </a:spcBef>
              <a:buNone/>
              <a:defRPr lang="en-US" sz="11997" kern="1200">
                <a:solidFill>
                  <a:srgbClr val="EE0033"/>
                </a:solidFill>
                <a:latin typeface="FS PF BeauSans Pro SemiBold" panose="02000503000000020004" pitchFamily="2" charset="0"/>
                <a:ea typeface="+mn-ea"/>
                <a:cs typeface="+mn-cs"/>
              </a:defRPr>
            </a:lvl1pPr>
          </a:lstStyle>
          <a:p>
            <a:pPr algn="l"/>
            <a:r>
              <a:rPr lang="en-GB" sz="2400">
                <a:latin typeface="FS PF BeauSans Pro" panose="02000500000000020004" pitchFamily="2" charset="0"/>
                <a:cs typeface="Sarabun" pitchFamily="2" charset="-34"/>
              </a:rPr>
              <a:t>II. </a:t>
            </a:r>
            <a:r>
              <a:rPr lang="en-GB" sz="2400" dirty="0">
                <a:latin typeface="FS PF BeauSans Pro" panose="02000500000000020004" pitchFamily="2" charset="0"/>
                <a:cs typeface="Sarabun" pitchFamily="2" charset="-34"/>
              </a:rPr>
              <a:t>INCIDIDUNT SUNT OCCAECAT SUNT</a:t>
            </a:r>
          </a:p>
        </p:txBody>
      </p:sp>
      <p:sp>
        <p:nvSpPr>
          <p:cNvPr id="4" name="Text Placeholder 29">
            <a:extLst>
              <a:ext uri="{FF2B5EF4-FFF2-40B4-BE49-F238E27FC236}">
                <a16:creationId xmlns:a16="http://schemas.microsoft.com/office/drawing/2014/main" xmlns="" id="{6F63D449-BF41-6582-B597-D3EE8D0034FD}"/>
              </a:ext>
            </a:extLst>
          </p:cNvPr>
          <p:cNvSpPr txBox="1">
            <a:spLocks/>
          </p:cNvSpPr>
          <p:nvPr/>
        </p:nvSpPr>
        <p:spPr>
          <a:xfrm>
            <a:off x="602781" y="796424"/>
            <a:ext cx="10513547" cy="365125"/>
          </a:xfrm>
          <a:prstGeom prst="rect">
            <a:avLst/>
          </a:prstGeom>
        </p:spPr>
        <p:txBody>
          <a:bodyPr/>
          <a:lstStyle>
            <a:lvl1pPr marL="0" marR="0" indent="0" algn="l" defTabSz="1828343" rtl="0" eaLnBrk="1" fontAlgn="auto" latinLnBrk="0" hangingPunct="1">
              <a:lnSpc>
                <a:spcPct val="90000"/>
              </a:lnSpc>
              <a:spcBef>
                <a:spcPts val="2000"/>
              </a:spcBef>
              <a:spcAft>
                <a:spcPts val="0"/>
              </a:spcAft>
              <a:buClrTx/>
              <a:buSzTx/>
              <a:buFont typeface="Arial" panose="020B0604020202020204" pitchFamily="34" charset="0"/>
              <a:buNone/>
              <a:tabLst/>
              <a:defRPr lang="en-US" sz="3599" kern="1200" dirty="0">
                <a:solidFill>
                  <a:schemeClr val="tx1"/>
                </a:solidFill>
                <a:latin typeface="FS PF BeauSans Pro" panose="02000500000000020004" pitchFamily="2" charset="0"/>
                <a:ea typeface="+mn-ea"/>
                <a:cs typeface="+mn-cs"/>
              </a:defRPr>
            </a:lvl1pPr>
            <a:lvl2pPr marL="1371257" indent="-457086" algn="l" defTabSz="1828343" rtl="0" eaLnBrk="1" latinLnBrk="0" hangingPunct="1">
              <a:lnSpc>
                <a:spcPct val="90000"/>
              </a:lnSpc>
              <a:spcBef>
                <a:spcPts val="1000"/>
              </a:spcBef>
              <a:buFont typeface="Arial" panose="020B0604020202020204" pitchFamily="34" charset="0"/>
              <a:buChar char="•"/>
              <a:defRPr lang="en-US" sz="3599" kern="1200" dirty="0">
                <a:solidFill>
                  <a:schemeClr val="tx1"/>
                </a:solidFill>
                <a:latin typeface="FS PF BeauSans Pro" panose="02000500000000020004" pitchFamily="2" charset="0"/>
                <a:ea typeface="+mn-ea"/>
                <a:cs typeface="+mn-cs"/>
              </a:defRPr>
            </a:lvl2pPr>
            <a:lvl3pPr marL="2285429" indent="-457086" algn="l" defTabSz="1828343" rtl="0" eaLnBrk="1" latinLnBrk="0" hangingPunct="1">
              <a:lnSpc>
                <a:spcPct val="90000"/>
              </a:lnSpc>
              <a:spcBef>
                <a:spcPts val="1000"/>
              </a:spcBef>
              <a:buFont typeface="Arial" panose="020B0604020202020204" pitchFamily="34" charset="0"/>
              <a:buChar char="•"/>
              <a:defRPr lang="en-US" sz="3599" kern="1200" dirty="0">
                <a:solidFill>
                  <a:schemeClr val="tx1"/>
                </a:solidFill>
                <a:latin typeface="FS PF BeauSans Pro" panose="02000500000000020004" pitchFamily="2" charset="0"/>
                <a:ea typeface="+mn-ea"/>
                <a:cs typeface="+mn-cs"/>
              </a:defRPr>
            </a:lvl3pPr>
            <a:lvl4pPr marL="3199600" indent="-457086" algn="l" defTabSz="1828343" rtl="0" eaLnBrk="1" latinLnBrk="0" hangingPunct="1">
              <a:lnSpc>
                <a:spcPct val="90000"/>
              </a:lnSpc>
              <a:spcBef>
                <a:spcPts val="1000"/>
              </a:spcBef>
              <a:buFont typeface="Arial" panose="020B0604020202020204" pitchFamily="34" charset="0"/>
              <a:buChar char="•"/>
              <a:defRPr lang="en-US" sz="3599" kern="1200" dirty="0">
                <a:solidFill>
                  <a:schemeClr val="tx1"/>
                </a:solidFill>
                <a:latin typeface="FS PF BeauSans Pro" panose="02000500000000020004" pitchFamily="2" charset="0"/>
                <a:ea typeface="+mn-ea"/>
                <a:cs typeface="+mn-cs"/>
              </a:defRPr>
            </a:lvl4pPr>
            <a:lvl5pPr marL="4113771" indent="-457086" algn="l" defTabSz="1828343" rtl="0" eaLnBrk="1" latinLnBrk="0" hangingPunct="1">
              <a:lnSpc>
                <a:spcPct val="90000"/>
              </a:lnSpc>
              <a:spcBef>
                <a:spcPts val="1000"/>
              </a:spcBef>
              <a:buFont typeface="Arial" panose="020B0604020202020204" pitchFamily="34" charset="0"/>
              <a:buChar char="•"/>
              <a:defRPr lang="en-US" sz="3599" kern="1200" dirty="0">
                <a:solidFill>
                  <a:schemeClr val="tx1"/>
                </a:solidFill>
                <a:latin typeface="FS PF BeauSans Pro" panose="02000500000000020004" pitchFamily="2" charset="0"/>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vi-VN" sz="1600" b="1"/>
              <a:t> </a:t>
            </a:r>
            <a:r>
              <a:rPr lang="en-US" sz="2000" b="1"/>
              <a:t>1. </a:t>
            </a:r>
            <a:r>
              <a:rPr lang="en-GB" sz="2000" dirty="0">
                <a:cs typeface="Sarabun" pitchFamily="2" charset="-34"/>
              </a:rPr>
              <a:t>INCIDIDUNT SUNT OCCAECAT SUNT</a:t>
            </a:r>
            <a:endParaRPr lang="vi-VN" sz="2000">
              <a:cs typeface="Sarabun" pitchFamily="2" charset="-34"/>
            </a:endParaRPr>
          </a:p>
        </p:txBody>
      </p:sp>
    </p:spTree>
    <p:extLst>
      <p:ext uri="{BB962C8B-B14F-4D97-AF65-F5344CB8AC3E}">
        <p14:creationId xmlns:p14="http://schemas.microsoft.com/office/powerpoint/2010/main" val="3742354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a:extLst>
              <a:ext uri="{FF2B5EF4-FFF2-40B4-BE49-F238E27FC236}">
                <a16:creationId xmlns:a16="http://schemas.microsoft.com/office/drawing/2014/main" xmlns="" id="{08C251E0-CD8C-9996-0DD4-B96D63680617}"/>
              </a:ext>
            </a:extLst>
          </p:cNvPr>
          <p:cNvSpPr txBox="1"/>
          <p:nvPr/>
        </p:nvSpPr>
        <p:spPr>
          <a:xfrm>
            <a:off x="795" y="2847449"/>
            <a:ext cx="12189619" cy="873637"/>
          </a:xfrm>
          <a:prstGeom prst="rect">
            <a:avLst/>
          </a:prstGeom>
          <a:noFill/>
        </p:spPr>
        <p:txBody>
          <a:bodyPr wrap="square" rtlCol="0" anchor="t">
            <a:spAutoFit/>
          </a:bodyPr>
          <a:lstStyle/>
          <a:p>
            <a:pPr algn="ctr">
              <a:lnSpc>
                <a:spcPct val="200000"/>
              </a:lnSpc>
            </a:pPr>
            <a:r>
              <a:rPr lang="en-US" sz="3000">
                <a:solidFill>
                  <a:schemeClr val="bg1"/>
                </a:solidFill>
                <a:latin typeface="FS PF BeauSans Pro" panose="02000500000000020004" pitchFamily="2" charset="0"/>
                <a:ea typeface="Roboto Cn" pitchFamily="2" charset="0"/>
              </a:rPr>
              <a:t>TRÂN TRỌNG CẢM ƠN!</a:t>
            </a:r>
          </a:p>
        </p:txBody>
      </p:sp>
    </p:spTree>
    <p:extLst>
      <p:ext uri="{BB962C8B-B14F-4D97-AF65-F5344CB8AC3E}">
        <p14:creationId xmlns:p14="http://schemas.microsoft.com/office/powerpoint/2010/main" val="1063410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94CC316-4FD2-182F-002F-A5AB8071A053}"/>
            </a:ext>
          </a:extLst>
        </p:cNvPr>
        <p:cNvGrpSpPr/>
        <p:nvPr/>
      </p:nvGrpSpPr>
      <p:grpSpPr>
        <a:xfrm>
          <a:off x="0" y="0"/>
          <a:ext cx="0" cy="0"/>
          <a:chOff x="0" y="0"/>
          <a:chExt cx="0" cy="0"/>
        </a:xfrm>
      </p:grpSpPr>
      <p:sp>
        <p:nvSpPr>
          <p:cNvPr id="33" name="Title 28">
            <a:extLst>
              <a:ext uri="{FF2B5EF4-FFF2-40B4-BE49-F238E27FC236}">
                <a16:creationId xmlns:a16="http://schemas.microsoft.com/office/drawing/2014/main" xmlns="" id="{960A7D86-4BD1-E2D1-4A17-FD1F216B9FC5}"/>
              </a:ext>
            </a:extLst>
          </p:cNvPr>
          <p:cNvSpPr txBox="1">
            <a:spLocks/>
          </p:cNvSpPr>
          <p:nvPr/>
        </p:nvSpPr>
        <p:spPr>
          <a:xfrm>
            <a:off x="301029" y="200515"/>
            <a:ext cx="10513547" cy="511855"/>
          </a:xfrm>
          <a:prstGeom prst="rect">
            <a:avLst/>
          </a:prstGeom>
        </p:spPr>
        <p:txBody>
          <a:bodyPr anchor="b"/>
          <a:lstStyle>
            <a:lvl1pPr algn="ctr" defTabSz="1828343" rtl="0" eaLnBrk="1" latinLnBrk="0" hangingPunct="1">
              <a:lnSpc>
                <a:spcPct val="90000"/>
              </a:lnSpc>
              <a:spcBef>
                <a:spcPct val="0"/>
              </a:spcBef>
              <a:buNone/>
              <a:defRPr lang="en-US" sz="11997" kern="1200">
                <a:solidFill>
                  <a:srgbClr val="EE0033"/>
                </a:solidFill>
                <a:latin typeface="FS PF BeauSans Pro SemiBold" panose="02000503000000020004" pitchFamily="2" charset="0"/>
                <a:ea typeface="+mn-ea"/>
                <a:cs typeface="+mn-cs"/>
              </a:defRPr>
            </a:lvl1pPr>
          </a:lstStyle>
          <a:p>
            <a:pPr algn="l"/>
            <a:r>
              <a:rPr lang="en-GB" sz="2400" dirty="0">
                <a:latin typeface="FS PF BeauSans Pro" panose="02000500000000020004" pitchFamily="2" charset="0"/>
                <a:cs typeface="Sarabun" pitchFamily="2" charset="-34"/>
              </a:rPr>
              <a:t>I</a:t>
            </a:r>
            <a:r>
              <a:rPr lang="en-GB" sz="2400" dirty="0" smtClean="0">
                <a:latin typeface="FS PF BeauSans Pro" panose="02000500000000020004" pitchFamily="2" charset="0"/>
                <a:cs typeface="Sarabun" pitchFamily="2" charset="-34"/>
              </a:rPr>
              <a:t>. Memory layout:</a:t>
            </a:r>
            <a:endParaRPr lang="vi-VN" sz="2400" dirty="0">
              <a:latin typeface="FS PF BeauSans Pro" panose="02000500000000020004" pitchFamily="2" charset="0"/>
              <a:cs typeface="Sarabun" pitchFamily="2" charset="-34"/>
            </a:endParaRPr>
          </a:p>
        </p:txBody>
      </p:sp>
    </p:spTree>
    <p:extLst>
      <p:ext uri="{BB962C8B-B14F-4D97-AF65-F5344CB8AC3E}">
        <p14:creationId xmlns:p14="http://schemas.microsoft.com/office/powerpoint/2010/main" val="3999183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94CC316-4FD2-182F-002F-A5AB8071A053}"/>
            </a:ext>
          </a:extLst>
        </p:cNvPr>
        <p:cNvGrpSpPr/>
        <p:nvPr/>
      </p:nvGrpSpPr>
      <p:grpSpPr>
        <a:xfrm>
          <a:off x="0" y="0"/>
          <a:ext cx="0" cy="0"/>
          <a:chOff x="0" y="0"/>
          <a:chExt cx="0" cy="0"/>
        </a:xfrm>
      </p:grpSpPr>
      <p:sp>
        <p:nvSpPr>
          <p:cNvPr id="33" name="Title 28">
            <a:extLst>
              <a:ext uri="{FF2B5EF4-FFF2-40B4-BE49-F238E27FC236}">
                <a16:creationId xmlns:a16="http://schemas.microsoft.com/office/drawing/2014/main" xmlns="" id="{960A7D86-4BD1-E2D1-4A17-FD1F216B9FC5}"/>
              </a:ext>
            </a:extLst>
          </p:cNvPr>
          <p:cNvSpPr txBox="1">
            <a:spLocks/>
          </p:cNvSpPr>
          <p:nvPr/>
        </p:nvSpPr>
        <p:spPr>
          <a:xfrm>
            <a:off x="301029" y="200515"/>
            <a:ext cx="10513547" cy="511855"/>
          </a:xfrm>
          <a:prstGeom prst="rect">
            <a:avLst/>
          </a:prstGeom>
        </p:spPr>
        <p:txBody>
          <a:bodyPr anchor="b"/>
          <a:lstStyle>
            <a:lvl1pPr algn="ctr" defTabSz="1828343" rtl="0" eaLnBrk="1" latinLnBrk="0" hangingPunct="1">
              <a:lnSpc>
                <a:spcPct val="90000"/>
              </a:lnSpc>
              <a:spcBef>
                <a:spcPct val="0"/>
              </a:spcBef>
              <a:buNone/>
              <a:defRPr lang="en-US" sz="11997" kern="1200">
                <a:solidFill>
                  <a:srgbClr val="EE0033"/>
                </a:solidFill>
                <a:latin typeface="FS PF BeauSans Pro SemiBold" panose="02000503000000020004" pitchFamily="2" charset="0"/>
                <a:ea typeface="+mn-ea"/>
                <a:cs typeface="+mn-cs"/>
              </a:defRPr>
            </a:lvl1pPr>
          </a:lstStyle>
          <a:p>
            <a:pPr algn="l"/>
            <a:r>
              <a:rPr lang="en-GB" sz="2400" dirty="0">
                <a:latin typeface="FS PF BeauSans Pro" panose="02000500000000020004" pitchFamily="2" charset="0"/>
                <a:cs typeface="Sarabun" pitchFamily="2" charset="-34"/>
              </a:rPr>
              <a:t>I</a:t>
            </a:r>
            <a:r>
              <a:rPr lang="en-GB" sz="2400" dirty="0" smtClean="0">
                <a:latin typeface="FS PF BeauSans Pro" panose="02000500000000020004" pitchFamily="2" charset="0"/>
                <a:cs typeface="Sarabun" pitchFamily="2" charset="-34"/>
              </a:rPr>
              <a:t>. Memory layout:</a:t>
            </a:r>
            <a:endParaRPr lang="vi-VN" sz="2400" dirty="0">
              <a:latin typeface="FS PF BeauSans Pro" panose="02000500000000020004" pitchFamily="2" charset="0"/>
              <a:cs typeface="Sarabun" pitchFamily="2" charset="-34"/>
            </a:endParaRPr>
          </a:p>
        </p:txBody>
      </p:sp>
    </p:spTree>
    <p:extLst>
      <p:ext uri="{BB962C8B-B14F-4D97-AF65-F5344CB8AC3E}">
        <p14:creationId xmlns:p14="http://schemas.microsoft.com/office/powerpoint/2010/main" val="28400201"/>
      </p:ext>
    </p:extLst>
  </p:cSld>
  <p:clrMapOvr>
    <a:masterClrMapping/>
  </p:clrMapOvr>
</p:sld>
</file>

<file path=ppt/theme/theme1.xml><?xml version="1.0" encoding="utf-8"?>
<a:theme xmlns:a="http://schemas.openxmlformats.org/drawingml/2006/main" name="1_Office Theme">
  <a:themeElements>
    <a:clrScheme name="Custom 2">
      <a:dk1>
        <a:srgbClr val="000000"/>
      </a:dk1>
      <a:lt1>
        <a:srgbClr val="FFFFFF"/>
      </a:lt1>
      <a:dk2>
        <a:srgbClr val="42494D"/>
      </a:dk2>
      <a:lt2>
        <a:srgbClr val="B4B4B4"/>
      </a:lt2>
      <a:accent1>
        <a:srgbClr val="E80500"/>
      </a:accent1>
      <a:accent2>
        <a:srgbClr val="5E5E5E"/>
      </a:accent2>
      <a:accent3>
        <a:srgbClr val="929292"/>
      </a:accent3>
      <a:accent4>
        <a:srgbClr val="C0C0C0"/>
      </a:accent4>
      <a:accent5>
        <a:srgbClr val="5E5E5E"/>
      </a:accent5>
      <a:accent6>
        <a:srgbClr val="797979"/>
      </a:accent6>
      <a:hlink>
        <a:srgbClr val="424242"/>
      </a:hlink>
      <a:folHlink>
        <a:srgbClr val="00539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ustom 2">
      <a:dk1>
        <a:srgbClr val="000000"/>
      </a:dk1>
      <a:lt1>
        <a:srgbClr val="FFFFFF"/>
      </a:lt1>
      <a:dk2>
        <a:srgbClr val="42494D"/>
      </a:dk2>
      <a:lt2>
        <a:srgbClr val="B4B4B4"/>
      </a:lt2>
      <a:accent1>
        <a:srgbClr val="E80500"/>
      </a:accent1>
      <a:accent2>
        <a:srgbClr val="5E5E5E"/>
      </a:accent2>
      <a:accent3>
        <a:srgbClr val="929292"/>
      </a:accent3>
      <a:accent4>
        <a:srgbClr val="C0C0C0"/>
      </a:accent4>
      <a:accent5>
        <a:srgbClr val="5E5E5E"/>
      </a:accent5>
      <a:accent6>
        <a:srgbClr val="797979"/>
      </a:accent6>
      <a:hlink>
        <a:srgbClr val="424242"/>
      </a:hlink>
      <a:folHlink>
        <a:srgbClr val="00539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Custom 2">
      <a:dk1>
        <a:srgbClr val="000000"/>
      </a:dk1>
      <a:lt1>
        <a:srgbClr val="FFFFFF"/>
      </a:lt1>
      <a:dk2>
        <a:srgbClr val="42494D"/>
      </a:dk2>
      <a:lt2>
        <a:srgbClr val="B4B4B4"/>
      </a:lt2>
      <a:accent1>
        <a:srgbClr val="E80500"/>
      </a:accent1>
      <a:accent2>
        <a:srgbClr val="5E5E5E"/>
      </a:accent2>
      <a:accent3>
        <a:srgbClr val="929292"/>
      </a:accent3>
      <a:accent4>
        <a:srgbClr val="C0C0C0"/>
      </a:accent4>
      <a:accent5>
        <a:srgbClr val="5E5E5E"/>
      </a:accent5>
      <a:accent6>
        <a:srgbClr val="797979"/>
      </a:accent6>
      <a:hlink>
        <a:srgbClr val="424242"/>
      </a:hlink>
      <a:folHlink>
        <a:srgbClr val="00539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Office Theme">
  <a:themeElements>
    <a:clrScheme name="Custom 2">
      <a:dk1>
        <a:srgbClr val="000000"/>
      </a:dk1>
      <a:lt1>
        <a:srgbClr val="FFFFFF"/>
      </a:lt1>
      <a:dk2>
        <a:srgbClr val="42494D"/>
      </a:dk2>
      <a:lt2>
        <a:srgbClr val="B4B4B4"/>
      </a:lt2>
      <a:accent1>
        <a:srgbClr val="E80500"/>
      </a:accent1>
      <a:accent2>
        <a:srgbClr val="5E5E5E"/>
      </a:accent2>
      <a:accent3>
        <a:srgbClr val="929292"/>
      </a:accent3>
      <a:accent4>
        <a:srgbClr val="C0C0C0"/>
      </a:accent4>
      <a:accent5>
        <a:srgbClr val="5E5E5E"/>
      </a:accent5>
      <a:accent6>
        <a:srgbClr val="797979"/>
      </a:accent6>
      <a:hlink>
        <a:srgbClr val="424242"/>
      </a:hlink>
      <a:folHlink>
        <a:srgbClr val="00539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91152</TotalTime>
  <Words>450</Words>
  <Application>Microsoft Office PowerPoint</Application>
  <PresentationFormat>Widescreen</PresentationFormat>
  <Paragraphs>92</Paragraphs>
  <Slides>10</Slides>
  <Notes>10</Notes>
  <HiddenSlides>0</HiddenSlides>
  <MMClips>0</MMClips>
  <ScaleCrop>false</ScaleCrop>
  <HeadingPairs>
    <vt:vector size="6" baseType="variant">
      <vt:variant>
        <vt:lpstr>Fonts Used</vt:lpstr>
      </vt:variant>
      <vt:variant>
        <vt:i4>12</vt:i4>
      </vt:variant>
      <vt:variant>
        <vt:lpstr>Theme</vt:lpstr>
      </vt:variant>
      <vt:variant>
        <vt:i4>6</vt:i4>
      </vt:variant>
      <vt:variant>
        <vt:lpstr>Slide Titles</vt:lpstr>
      </vt:variant>
      <vt:variant>
        <vt:i4>10</vt:i4>
      </vt:variant>
    </vt:vector>
  </HeadingPairs>
  <TitlesOfParts>
    <vt:vector size="28" baseType="lpstr">
      <vt:lpstr>Mukta ExtraLight</vt:lpstr>
      <vt:lpstr>Century Gothic</vt:lpstr>
      <vt:lpstr>Roboto Cn</vt:lpstr>
      <vt:lpstr>Arial</vt:lpstr>
      <vt:lpstr>FS PF BeauSans Pro</vt:lpstr>
      <vt:lpstr>Tahoma</vt:lpstr>
      <vt:lpstr>Sarabun</vt:lpstr>
      <vt:lpstr>Poppins</vt:lpstr>
      <vt:lpstr>Roboto Condensed Light</vt:lpstr>
      <vt:lpstr>FS PF BeauSans Pro SemiBold</vt:lpstr>
      <vt:lpstr>Roboto</vt:lpstr>
      <vt:lpstr>FS PF BeauSans Pro Bold</vt:lpstr>
      <vt:lpstr>1_Office Theme</vt:lpstr>
      <vt:lpstr>2_Office Theme</vt:lpstr>
      <vt:lpstr>3_Office Theme</vt:lpstr>
      <vt:lpstr>4_Office Theme</vt:lpstr>
      <vt:lpstr>1_Custom Design</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Tran Trong Hung</dc:creator>
  <cp:keywords/>
  <dc:description/>
  <cp:lastModifiedBy>admin</cp:lastModifiedBy>
  <cp:revision>15945</cp:revision>
  <cp:lastPrinted>2024-05-04T09:49:59Z</cp:lastPrinted>
  <dcterms:created xsi:type="dcterms:W3CDTF">2014-11-12T21:47:38Z</dcterms:created>
  <dcterms:modified xsi:type="dcterms:W3CDTF">2026-06-11T02:26:40Z</dcterms:modified>
  <cp:category/>
</cp:coreProperties>
</file>