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979" r:id="rId1"/>
    <p:sldMasterId id="2147483992" r:id="rId2"/>
    <p:sldMasterId id="2147483994" r:id="rId3"/>
    <p:sldMasterId id="2147483996" r:id="rId4"/>
    <p:sldMasterId id="2147484026" r:id="rId5"/>
    <p:sldMasterId id="2147484024" r:id="rId6"/>
  </p:sldMasterIdLst>
  <p:notesMasterIdLst>
    <p:notesMasterId r:id="rId43"/>
  </p:notesMasterIdLst>
  <p:sldIdLst>
    <p:sldId id="3307" r:id="rId7"/>
    <p:sldId id="3308" r:id="rId8"/>
    <p:sldId id="3309" r:id="rId9"/>
    <p:sldId id="3410" r:id="rId10"/>
    <p:sldId id="3433" r:id="rId11"/>
    <p:sldId id="3434" r:id="rId12"/>
    <p:sldId id="3450" r:id="rId13"/>
    <p:sldId id="3311" r:id="rId14"/>
    <p:sldId id="3435" r:id="rId15"/>
    <p:sldId id="3436" r:id="rId16"/>
    <p:sldId id="3438" r:id="rId17"/>
    <p:sldId id="3439" r:id="rId18"/>
    <p:sldId id="3437" r:id="rId19"/>
    <p:sldId id="3451" r:id="rId20"/>
    <p:sldId id="3452" r:id="rId21"/>
    <p:sldId id="3443" r:id="rId22"/>
    <p:sldId id="3444" r:id="rId23"/>
    <p:sldId id="3445" r:id="rId24"/>
    <p:sldId id="3446" r:id="rId25"/>
    <p:sldId id="3447" r:id="rId26"/>
    <p:sldId id="3448" r:id="rId27"/>
    <p:sldId id="3449" r:id="rId28"/>
    <p:sldId id="3397" r:id="rId29"/>
    <p:sldId id="3440" r:id="rId30"/>
    <p:sldId id="3441" r:id="rId31"/>
    <p:sldId id="3453" r:id="rId32"/>
    <p:sldId id="3454" r:id="rId33"/>
    <p:sldId id="3455" r:id="rId34"/>
    <p:sldId id="3456" r:id="rId35"/>
    <p:sldId id="3457" r:id="rId36"/>
    <p:sldId id="3458" r:id="rId37"/>
    <p:sldId id="3442" r:id="rId38"/>
    <p:sldId id="3430" r:id="rId39"/>
    <p:sldId id="3335" r:id="rId40"/>
    <p:sldId id="3431" r:id="rId41"/>
    <p:sldId id="3432" r:id="rId42"/>
  </p:sldIdLst>
  <p:sldSz cx="12192000" cy="6858000"/>
  <p:notesSz cx="6858000" cy="9144000"/>
  <p:embeddedFontLst>
    <p:embeddedFont>
      <p:font typeface="Cambria" panose="02040503050406030204" pitchFamily="18" charset="0"/>
      <p:regular r:id="rId44"/>
      <p:bold r:id="rId45"/>
      <p:italic r:id="rId46"/>
      <p:boldItalic r:id="rId47"/>
    </p:embeddedFont>
    <p:embeddedFont>
      <p:font typeface="FS PF BeauSans Pro" panose="020B0604020202020204" charset="0"/>
      <p:regular r:id="rId48"/>
    </p:embeddedFont>
    <p:embeddedFont>
      <p:font typeface="FS PF BeauSans Pro Bold" panose="020B0604020202020204" charset="0"/>
      <p:bold r:id="rId49"/>
    </p:embeddedFont>
    <p:embeddedFont>
      <p:font typeface="FS PF BeauSans Pro SemiBold" panose="020B0604020202020204" charset="0"/>
      <p:regular r:id="rId50"/>
      <p:bold r:id="rId51"/>
    </p:embeddedFont>
    <p:embeddedFont>
      <p:font typeface="Nunito" pitchFamily="2" charset="0"/>
      <p:regular r:id="rId52"/>
    </p:embeddedFont>
    <p:embeddedFont>
      <p:font typeface="Roboto" panose="02000000000000000000" pitchFamily="2" charset="0"/>
      <p:regular r:id="rId53"/>
      <p:bold r:id="rId54"/>
      <p:italic r:id="rId55"/>
      <p:boldItalic r:id="rId56"/>
    </p:embeddedFont>
    <p:embeddedFont>
      <p:font typeface="Sarabun" panose="020B0604020202020204" charset="-34"/>
      <p:regular r:id="rId57"/>
      <p:bold r:id="rId58"/>
      <p:italic r:id="rId59"/>
      <p:boldItalic r:id="rId60"/>
    </p:embeddedFont>
  </p:embeddedFontLst>
  <p:defaultTextStyle>
    <a:defPPr>
      <a:defRPr lang="en-US"/>
    </a:defPPr>
    <a:lvl1pPr marL="0" algn="l" defTabSz="914194" rtl="0" eaLnBrk="1" latinLnBrk="0" hangingPunct="1">
      <a:defRPr sz="1800" kern="1200">
        <a:solidFill>
          <a:schemeClr val="tx1"/>
        </a:solidFill>
        <a:latin typeface="+mn-lt"/>
        <a:ea typeface="+mn-ea"/>
        <a:cs typeface="+mn-cs"/>
      </a:defRPr>
    </a:lvl1pPr>
    <a:lvl2pPr marL="457097" algn="l" defTabSz="914194" rtl="0" eaLnBrk="1" latinLnBrk="0" hangingPunct="1">
      <a:defRPr sz="1800" kern="1200">
        <a:solidFill>
          <a:schemeClr val="tx1"/>
        </a:solidFill>
        <a:latin typeface="+mn-lt"/>
        <a:ea typeface="+mn-ea"/>
        <a:cs typeface="+mn-cs"/>
      </a:defRPr>
    </a:lvl2pPr>
    <a:lvl3pPr marL="914194" algn="l" defTabSz="914194" rtl="0" eaLnBrk="1" latinLnBrk="0" hangingPunct="1">
      <a:defRPr sz="1800" kern="1200">
        <a:solidFill>
          <a:schemeClr val="tx1"/>
        </a:solidFill>
        <a:latin typeface="+mn-lt"/>
        <a:ea typeface="+mn-ea"/>
        <a:cs typeface="+mn-cs"/>
      </a:defRPr>
    </a:lvl3pPr>
    <a:lvl4pPr marL="1371291" algn="l" defTabSz="914194" rtl="0" eaLnBrk="1" latinLnBrk="0" hangingPunct="1">
      <a:defRPr sz="1800" kern="1200">
        <a:solidFill>
          <a:schemeClr val="tx1"/>
        </a:solidFill>
        <a:latin typeface="+mn-lt"/>
        <a:ea typeface="+mn-ea"/>
        <a:cs typeface="+mn-cs"/>
      </a:defRPr>
    </a:lvl4pPr>
    <a:lvl5pPr marL="1828389" algn="l" defTabSz="914194" rtl="0" eaLnBrk="1" latinLnBrk="0" hangingPunct="1">
      <a:defRPr sz="1800" kern="1200">
        <a:solidFill>
          <a:schemeClr val="tx1"/>
        </a:solidFill>
        <a:latin typeface="+mn-lt"/>
        <a:ea typeface="+mn-ea"/>
        <a:cs typeface="+mn-cs"/>
      </a:defRPr>
    </a:lvl5pPr>
    <a:lvl6pPr marL="2285486" algn="l" defTabSz="914194" rtl="0" eaLnBrk="1" latinLnBrk="0" hangingPunct="1">
      <a:defRPr sz="1800" kern="1200">
        <a:solidFill>
          <a:schemeClr val="tx1"/>
        </a:solidFill>
        <a:latin typeface="+mn-lt"/>
        <a:ea typeface="+mn-ea"/>
        <a:cs typeface="+mn-cs"/>
      </a:defRPr>
    </a:lvl6pPr>
    <a:lvl7pPr marL="2742583" algn="l" defTabSz="914194" rtl="0" eaLnBrk="1" latinLnBrk="0" hangingPunct="1">
      <a:defRPr sz="1800" kern="1200">
        <a:solidFill>
          <a:schemeClr val="tx1"/>
        </a:solidFill>
        <a:latin typeface="+mn-lt"/>
        <a:ea typeface="+mn-ea"/>
        <a:cs typeface="+mn-cs"/>
      </a:defRPr>
    </a:lvl7pPr>
    <a:lvl8pPr marL="3199680" algn="l" defTabSz="914194" rtl="0" eaLnBrk="1" latinLnBrk="0" hangingPunct="1">
      <a:defRPr sz="1800" kern="1200">
        <a:solidFill>
          <a:schemeClr val="tx1"/>
        </a:solidFill>
        <a:latin typeface="+mn-lt"/>
        <a:ea typeface="+mn-ea"/>
        <a:cs typeface="+mn-cs"/>
      </a:defRPr>
    </a:lvl8pPr>
    <a:lvl9pPr marL="3656777" algn="l" defTabSz="914194"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52" pos="479" userDrawn="1">
          <p15:clr>
            <a:srgbClr val="A4A3A4"/>
          </p15:clr>
        </p15:guide>
        <p15:guide id="53" orient="horz" pos="240" userDrawn="1">
          <p15:clr>
            <a:srgbClr val="A4A3A4"/>
          </p15:clr>
        </p15:guide>
        <p15:guide id="54" pos="7201" userDrawn="1">
          <p15:clr>
            <a:srgbClr val="A4A3A4"/>
          </p15:clr>
        </p15:guide>
        <p15:guide id="55" orient="horz" pos="40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1B2F"/>
    <a:srgbClr val="EE0033"/>
    <a:srgbClr val="009FAC"/>
    <a:srgbClr val="967229"/>
    <a:srgbClr val="8B9338"/>
    <a:srgbClr val="008CB0"/>
    <a:srgbClr val="DCDCDC"/>
    <a:srgbClr val="0FB54E"/>
    <a:srgbClr val="39EF7E"/>
    <a:srgbClr val="12E06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310" autoAdjust="0"/>
    <p:restoredTop sz="74248" autoAdjust="0"/>
  </p:normalViewPr>
  <p:slideViewPr>
    <p:cSldViewPr snapToGrid="0" snapToObjects="1">
      <p:cViewPr varScale="1">
        <p:scale>
          <a:sx n="61" d="100"/>
          <a:sy n="61" d="100"/>
        </p:scale>
        <p:origin x="1944" y="48"/>
      </p:cViewPr>
      <p:guideLst>
        <p:guide pos="479"/>
        <p:guide orient="horz" pos="240"/>
        <p:guide pos="7201"/>
        <p:guide orient="horz" pos="4080"/>
      </p:guideLst>
    </p:cSldViewPr>
  </p:slideViewPr>
  <p:notesTextViewPr>
    <p:cViewPr>
      <p:scale>
        <a:sx n="20" d="100"/>
        <a:sy n="20" d="100"/>
      </p:scale>
      <p:origin x="0" y="0"/>
    </p:cViewPr>
  </p:notesTextViewPr>
  <p:sorterViewPr>
    <p:cViewPr>
      <p:scale>
        <a:sx n="50" d="100"/>
        <a:sy n="50" d="100"/>
      </p:scale>
      <p:origin x="0" y="0"/>
    </p:cViewPr>
  </p:sorterViewPr>
  <p:notesViewPr>
    <p:cSldViewPr snapToGrid="0" snapToObjects="1" showGuide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63"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slideMaster" Target="slideMasters/slideMaster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font" Target="fonts/font15.fntdata"/><Relationship Id="rId5" Type="http://schemas.openxmlformats.org/officeDocument/2006/relationships/slideMaster" Target="slideMasters/slideMaster5.xml"/><Relationship Id="rId61" Type="http://schemas.openxmlformats.org/officeDocument/2006/relationships/presProps" Target="presProps.xml"/><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font" Target="fonts/font13.fntdata"/><Relationship Id="rId64" Type="http://schemas.openxmlformats.org/officeDocument/2006/relationships/tableStyles" Target="tableStyles.xml"/><Relationship Id="rId8" Type="http://schemas.openxmlformats.org/officeDocument/2006/relationships/slide" Target="slides/slide2.xml"/><Relationship Id="rId51" Type="http://schemas.openxmlformats.org/officeDocument/2006/relationships/font" Target="fonts/font8.fntdata"/><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font" Target="fonts/font3.fntdata"/><Relationship Id="rId59" Type="http://schemas.openxmlformats.org/officeDocument/2006/relationships/font" Target="fonts/font16.fntdata"/><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font" Target="fonts/font11.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font" Target="fonts/font6.fntdata"/><Relationship Id="rId57" Type="http://schemas.openxmlformats.org/officeDocument/2006/relationships/font" Target="fonts/font14.fntdata"/><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font" Target="fonts/font1.fntdata"/><Relationship Id="rId52" Type="http://schemas.openxmlformats.org/officeDocument/2006/relationships/font" Target="fonts/font9.fntdata"/><Relationship Id="rId60" Type="http://schemas.openxmlformats.org/officeDocument/2006/relationships/font" Target="fonts/font17.fntdata"/><Relationship Id="rId4" Type="http://schemas.openxmlformats.org/officeDocument/2006/relationships/slideMaster" Target="slideMasters/slideMaster4.xml"/><Relationship Id="rId9"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b="0" i="0">
                <a:latin typeface="Roboto" panose="02000000000000000000" pitchFamily="2" charset="0"/>
              </a:defRPr>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b="0" i="0">
                <a:latin typeface="Roboto" panose="02000000000000000000" pitchFamily="2" charset="0"/>
              </a:defRPr>
            </a:lvl1pPr>
          </a:lstStyle>
          <a:p>
            <a:fld id="{EFC10EE1-B198-C942-8235-326C972CBB30}" type="datetimeFigureOut">
              <a:rPr lang="en-US" smtClean="0"/>
              <a:pPr/>
              <a:t>6/14/2026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b="0" i="0">
                <a:latin typeface="Roboto" panose="02000000000000000000" pitchFamily="2" charset="0"/>
              </a:defRPr>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b="0" i="0">
                <a:latin typeface="Roboto" panose="02000000000000000000" pitchFamily="2"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097" rtl="0" eaLnBrk="1" latinLnBrk="0" hangingPunct="1">
      <a:defRPr sz="1200" b="0" i="0" kern="1200">
        <a:solidFill>
          <a:schemeClr val="tx1"/>
        </a:solidFill>
        <a:latin typeface="Roboto" panose="02000000000000000000" pitchFamily="2" charset="0"/>
        <a:ea typeface="+mn-ea"/>
        <a:cs typeface="+mn-cs"/>
      </a:defRPr>
    </a:lvl1pPr>
    <a:lvl2pPr marL="457097" algn="l" defTabSz="457097" rtl="0" eaLnBrk="1" latinLnBrk="0" hangingPunct="1">
      <a:defRPr sz="1200" b="0" i="0" kern="1200">
        <a:solidFill>
          <a:schemeClr val="tx1"/>
        </a:solidFill>
        <a:latin typeface="Roboto" panose="02000000000000000000" pitchFamily="2" charset="0"/>
        <a:ea typeface="+mn-ea"/>
        <a:cs typeface="+mn-cs"/>
      </a:defRPr>
    </a:lvl2pPr>
    <a:lvl3pPr marL="914194" algn="l" defTabSz="457097" rtl="0" eaLnBrk="1" latinLnBrk="0" hangingPunct="1">
      <a:defRPr sz="1200" b="0" i="0" kern="1200">
        <a:solidFill>
          <a:schemeClr val="tx1"/>
        </a:solidFill>
        <a:latin typeface="Roboto" panose="02000000000000000000" pitchFamily="2" charset="0"/>
        <a:ea typeface="+mn-ea"/>
        <a:cs typeface="+mn-cs"/>
      </a:defRPr>
    </a:lvl3pPr>
    <a:lvl4pPr marL="1371291" algn="l" defTabSz="457097" rtl="0" eaLnBrk="1" latinLnBrk="0" hangingPunct="1">
      <a:defRPr sz="1200" b="0" i="0" kern="1200">
        <a:solidFill>
          <a:schemeClr val="tx1"/>
        </a:solidFill>
        <a:latin typeface="Roboto" panose="02000000000000000000" pitchFamily="2" charset="0"/>
        <a:ea typeface="+mn-ea"/>
        <a:cs typeface="+mn-cs"/>
      </a:defRPr>
    </a:lvl4pPr>
    <a:lvl5pPr marL="1828389" algn="l" defTabSz="457097" rtl="0" eaLnBrk="1" latinLnBrk="0" hangingPunct="1">
      <a:defRPr sz="1200" b="0" i="0" kern="1200">
        <a:solidFill>
          <a:schemeClr val="tx1"/>
        </a:solidFill>
        <a:latin typeface="Roboto" panose="02000000000000000000" pitchFamily="2" charset="0"/>
        <a:ea typeface="+mn-ea"/>
        <a:cs typeface="+mn-cs"/>
      </a:defRPr>
    </a:lvl5pPr>
    <a:lvl6pPr marL="2285486" algn="l" defTabSz="457097" rtl="0" eaLnBrk="1" latinLnBrk="0" hangingPunct="1">
      <a:defRPr sz="1200" kern="1200">
        <a:solidFill>
          <a:schemeClr val="tx1"/>
        </a:solidFill>
        <a:latin typeface="+mn-lt"/>
        <a:ea typeface="+mn-ea"/>
        <a:cs typeface="+mn-cs"/>
      </a:defRPr>
    </a:lvl6pPr>
    <a:lvl7pPr marL="2742583" algn="l" defTabSz="457097" rtl="0" eaLnBrk="1" latinLnBrk="0" hangingPunct="1">
      <a:defRPr sz="1200" kern="1200">
        <a:solidFill>
          <a:schemeClr val="tx1"/>
        </a:solidFill>
        <a:latin typeface="+mn-lt"/>
        <a:ea typeface="+mn-ea"/>
        <a:cs typeface="+mn-cs"/>
      </a:defRPr>
    </a:lvl7pPr>
    <a:lvl8pPr marL="3199680" algn="l" defTabSz="457097" rtl="0" eaLnBrk="1" latinLnBrk="0" hangingPunct="1">
      <a:defRPr sz="1200" kern="1200">
        <a:solidFill>
          <a:schemeClr val="tx1"/>
        </a:solidFill>
        <a:latin typeface="+mn-lt"/>
        <a:ea typeface="+mn-ea"/>
        <a:cs typeface="+mn-cs"/>
      </a:defRPr>
    </a:lvl8pPr>
    <a:lvl9pPr marL="3656777" algn="l" defTabSz="457097"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9600"/>
          </a:p>
        </p:txBody>
      </p:sp>
      <p:sp>
        <p:nvSpPr>
          <p:cNvPr id="4" name="Slide Number Placeholder 3"/>
          <p:cNvSpPr>
            <a:spLocks noGrp="1"/>
          </p:cNvSpPr>
          <p:nvPr>
            <p:ph type="sldNum" sz="quarter" idx="5"/>
          </p:nvPr>
        </p:nvSpPr>
        <p:spPr/>
        <p:txBody>
          <a:bodyPr/>
          <a:lstStyle/>
          <a:p>
            <a:fld id="{006BE02D-20C0-F840-AFAC-BEA99C74FDC2}" type="slidenum">
              <a:rPr lang="en-US" smtClean="0"/>
              <a:pPr/>
              <a:t>1</a:t>
            </a:fld>
            <a:endParaRPr lang="en-US" dirty="0"/>
          </a:p>
        </p:txBody>
      </p:sp>
    </p:spTree>
    <p:extLst>
      <p:ext uri="{BB962C8B-B14F-4D97-AF65-F5344CB8AC3E}">
        <p14:creationId xmlns:p14="http://schemas.microsoft.com/office/powerpoint/2010/main" val="38642809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6000"/>
          </a:p>
        </p:txBody>
      </p:sp>
      <p:sp>
        <p:nvSpPr>
          <p:cNvPr id="4" name="Slide Number Placeholder 3"/>
          <p:cNvSpPr>
            <a:spLocks noGrp="1"/>
          </p:cNvSpPr>
          <p:nvPr>
            <p:ph type="sldNum" sz="quarter" idx="5"/>
          </p:nvPr>
        </p:nvSpPr>
        <p:spPr/>
        <p:txBody>
          <a:bodyPr/>
          <a:lstStyle/>
          <a:p>
            <a:fld id="{006BE02D-20C0-F840-AFAC-BEA99C74FDC2}" type="slidenum">
              <a:rPr lang="en-US" smtClean="0"/>
              <a:pPr/>
              <a:t>2</a:t>
            </a:fld>
            <a:endParaRPr lang="en-US" dirty="0"/>
          </a:p>
        </p:txBody>
      </p:sp>
    </p:spTree>
    <p:extLst>
      <p:ext uri="{BB962C8B-B14F-4D97-AF65-F5344CB8AC3E}">
        <p14:creationId xmlns:p14="http://schemas.microsoft.com/office/powerpoint/2010/main" val="18423109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06BE02D-20C0-F840-AFAC-BEA99C74FDC2}" type="slidenum">
              <a:rPr lang="en-US" smtClean="0"/>
              <a:pPr/>
              <a:t>3</a:t>
            </a:fld>
            <a:endParaRPr lang="en-US" dirty="0"/>
          </a:p>
        </p:txBody>
      </p:sp>
    </p:spTree>
    <p:extLst>
      <p:ext uri="{BB962C8B-B14F-4D97-AF65-F5344CB8AC3E}">
        <p14:creationId xmlns:p14="http://schemas.microsoft.com/office/powerpoint/2010/main" val="3571402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CAF63-8D93-05B1-9BE8-13DBB600B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B8A55-063C-BADA-11C8-0CBD4A5BFD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248F03-36EF-378D-8473-73BB835BE4E6}"/>
              </a:ext>
            </a:extLst>
          </p:cNvPr>
          <p:cNvSpPr>
            <a:spLocks noGrp="1"/>
          </p:cNvSpPr>
          <p:nvPr>
            <p:ph type="body" idx="1"/>
          </p:nvPr>
        </p:nvSpPr>
        <p:spPr/>
        <p:txBody>
          <a:bodyPr/>
          <a:lstStyle/>
          <a:p>
            <a:endParaRPr lang="en-US" sz="6000"/>
          </a:p>
        </p:txBody>
      </p:sp>
      <p:sp>
        <p:nvSpPr>
          <p:cNvPr id="4" name="Slide Number Placeholder 3">
            <a:extLst>
              <a:ext uri="{FF2B5EF4-FFF2-40B4-BE49-F238E27FC236}">
                <a16:creationId xmlns:a16="http://schemas.microsoft.com/office/drawing/2014/main" id="{6496DC76-0E6C-9EB6-87CC-CC85F6EC3A3B}"/>
              </a:ext>
            </a:extLst>
          </p:cNvPr>
          <p:cNvSpPr>
            <a:spLocks noGrp="1"/>
          </p:cNvSpPr>
          <p:nvPr>
            <p:ph type="sldNum" sz="quarter" idx="5"/>
          </p:nvPr>
        </p:nvSpPr>
        <p:spPr/>
        <p:txBody>
          <a:bodyPr/>
          <a:lstStyle/>
          <a:p>
            <a:fld id="{006BE02D-20C0-F840-AFAC-BEA99C74FDC2}" type="slidenum">
              <a:rPr lang="en-US" smtClean="0"/>
              <a:pPr/>
              <a:t>4</a:t>
            </a:fld>
            <a:endParaRPr lang="en-US" dirty="0"/>
          </a:p>
        </p:txBody>
      </p:sp>
    </p:spTree>
    <p:extLst>
      <p:ext uri="{BB962C8B-B14F-4D97-AF65-F5344CB8AC3E}">
        <p14:creationId xmlns:p14="http://schemas.microsoft.com/office/powerpoint/2010/main" val="28056210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A8B1-D268-BA64-D2A7-21A30534EF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5D0D4D-AFB9-A611-BBA9-2E716561FA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1B8565-9752-8EBB-60A2-E79842E5A25D}"/>
              </a:ext>
            </a:extLst>
          </p:cNvPr>
          <p:cNvSpPr>
            <a:spLocks noGrp="1"/>
          </p:cNvSpPr>
          <p:nvPr>
            <p:ph type="body" idx="1"/>
          </p:nvPr>
        </p:nvSpPr>
        <p:spPr/>
        <p:txBody>
          <a:bodyPr/>
          <a:lstStyle/>
          <a:p>
            <a:endParaRPr lang="en-US" sz="6000"/>
          </a:p>
        </p:txBody>
      </p:sp>
      <p:sp>
        <p:nvSpPr>
          <p:cNvPr id="4" name="Slide Number Placeholder 3">
            <a:extLst>
              <a:ext uri="{FF2B5EF4-FFF2-40B4-BE49-F238E27FC236}">
                <a16:creationId xmlns:a16="http://schemas.microsoft.com/office/drawing/2014/main" id="{BCD0F511-C0AC-DB3C-1FA9-F9FE09583455}"/>
              </a:ext>
            </a:extLst>
          </p:cNvPr>
          <p:cNvSpPr>
            <a:spLocks noGrp="1"/>
          </p:cNvSpPr>
          <p:nvPr>
            <p:ph type="sldNum" sz="quarter" idx="5"/>
          </p:nvPr>
        </p:nvSpPr>
        <p:spPr/>
        <p:txBody>
          <a:bodyPr/>
          <a:lstStyle/>
          <a:p>
            <a:fld id="{006BE02D-20C0-F840-AFAC-BEA99C74FDC2}" type="slidenum">
              <a:rPr lang="en-US" smtClean="0"/>
              <a:pPr/>
              <a:t>5</a:t>
            </a:fld>
            <a:endParaRPr lang="en-US" dirty="0"/>
          </a:p>
        </p:txBody>
      </p:sp>
    </p:spTree>
    <p:extLst>
      <p:ext uri="{BB962C8B-B14F-4D97-AF65-F5344CB8AC3E}">
        <p14:creationId xmlns:p14="http://schemas.microsoft.com/office/powerpoint/2010/main" val="4031769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06BE02D-20C0-F840-AFAC-BEA99C74FDC2}" type="slidenum">
              <a:rPr lang="en-US" smtClean="0"/>
              <a:pPr/>
              <a:t>8</a:t>
            </a:fld>
            <a:endParaRPr lang="en-US" dirty="0"/>
          </a:p>
        </p:txBody>
      </p:sp>
    </p:spTree>
    <p:extLst>
      <p:ext uri="{BB962C8B-B14F-4D97-AF65-F5344CB8AC3E}">
        <p14:creationId xmlns:p14="http://schemas.microsoft.com/office/powerpoint/2010/main" val="27698282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7FDE-20FF-A667-D89C-14BAC47A5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A920E-0A75-CDAA-3DE4-36B4C5C987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277C1A-9AB8-B041-83C5-6DD20E04B839}"/>
              </a:ext>
            </a:extLst>
          </p:cNvPr>
          <p:cNvSpPr>
            <a:spLocks noGrp="1"/>
          </p:cNvSpPr>
          <p:nvPr>
            <p:ph type="body" idx="1"/>
          </p:nvPr>
        </p:nvSpPr>
        <p:spPr/>
        <p:txBody>
          <a:bodyPr/>
          <a:lstStyle/>
          <a:p>
            <a:endParaRPr lang="en-US" sz="6000"/>
          </a:p>
        </p:txBody>
      </p:sp>
      <p:sp>
        <p:nvSpPr>
          <p:cNvPr id="4" name="Slide Number Placeholder 3">
            <a:extLst>
              <a:ext uri="{FF2B5EF4-FFF2-40B4-BE49-F238E27FC236}">
                <a16:creationId xmlns:a16="http://schemas.microsoft.com/office/drawing/2014/main" id="{4D642C00-2539-DFEA-59F4-473401C86839}"/>
              </a:ext>
            </a:extLst>
          </p:cNvPr>
          <p:cNvSpPr>
            <a:spLocks noGrp="1"/>
          </p:cNvSpPr>
          <p:nvPr>
            <p:ph type="sldNum" sz="quarter" idx="5"/>
          </p:nvPr>
        </p:nvSpPr>
        <p:spPr/>
        <p:txBody>
          <a:bodyPr/>
          <a:lstStyle/>
          <a:p>
            <a:fld id="{006BE02D-20C0-F840-AFAC-BEA99C74FDC2}" type="slidenum">
              <a:rPr lang="en-US" smtClean="0"/>
              <a:pPr/>
              <a:t>23</a:t>
            </a:fld>
            <a:endParaRPr lang="en-US" dirty="0"/>
          </a:p>
        </p:txBody>
      </p:sp>
    </p:spTree>
    <p:extLst>
      <p:ext uri="{BB962C8B-B14F-4D97-AF65-F5344CB8AC3E}">
        <p14:creationId xmlns:p14="http://schemas.microsoft.com/office/powerpoint/2010/main" val="2968431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4400" b="0" i="0" dirty="0">
                <a:solidFill>
                  <a:srgbClr val="383544"/>
                </a:solidFill>
                <a:effectLst/>
                <a:latin typeface="Roboto" panose="02000000000000000000" pitchFamily="2" charset="0"/>
              </a:rPr>
              <a:t>Tất cả các kiểu dữ liệu trong C đều được yêu cầu </a:t>
            </a:r>
            <a:r>
              <a:rPr lang="vi-VN" sz="4400" b="1" i="0" u="none" strike="noStrike" dirty="0">
                <a:solidFill>
                  <a:srgbClr val="383544"/>
                </a:solidFill>
                <a:effectLst/>
                <a:latin typeface="Roboto" panose="02000000000000000000" pitchFamily="2" charset="0"/>
              </a:rPr>
              <a:t>Alignment</a:t>
            </a:r>
            <a:r>
              <a:rPr lang="en-US" sz="4400" b="1" i="0" u="none" strike="noStrike" dirty="0">
                <a:solidFill>
                  <a:srgbClr val="383544"/>
                </a:solidFill>
                <a:effectLst/>
                <a:latin typeface="Roboto" panose="02000000000000000000" pitchFamily="2" charset="0"/>
              </a:rPr>
              <a:t>. </a:t>
            </a:r>
            <a:r>
              <a:rPr lang="vi-VN" sz="4400" b="0" i="0" dirty="0">
                <a:solidFill>
                  <a:srgbClr val="383544"/>
                </a:solidFill>
                <a:effectLst/>
                <a:latin typeface="Roboto" panose="02000000000000000000" pitchFamily="2" charset="0"/>
              </a:rPr>
              <a:t>Một vi xử lý sẽ được xử lý độ rộng của một word phụ thuộc</a:t>
            </a:r>
            <a:r>
              <a:rPr lang="en-US" sz="4400" b="0" i="0" dirty="0">
                <a:solidFill>
                  <a:srgbClr val="383544"/>
                </a:solidFill>
                <a:effectLst/>
                <a:latin typeface="Roboto" panose="02000000000000000000" pitchFamily="2" charset="0"/>
              </a:rPr>
              <a:t> </a:t>
            </a:r>
            <a:r>
              <a:rPr lang="en-US" sz="4400" b="0" i="0" dirty="0" err="1">
                <a:solidFill>
                  <a:srgbClr val="383544"/>
                </a:solidFill>
                <a:effectLst/>
                <a:latin typeface="Roboto" panose="02000000000000000000" pitchFamily="2" charset="0"/>
              </a:rPr>
              <a:t>vào</a:t>
            </a:r>
            <a:r>
              <a:rPr lang="en-US" sz="4400" b="0" i="0" dirty="0">
                <a:solidFill>
                  <a:srgbClr val="383544"/>
                </a:solidFill>
                <a:effectLst/>
                <a:latin typeface="Roboto" panose="02000000000000000000" pitchFamily="2" charset="0"/>
              </a:rPr>
              <a:t> </a:t>
            </a:r>
            <a:r>
              <a:rPr lang="en-US" sz="4400" b="0" i="0" dirty="0" err="1">
                <a:solidFill>
                  <a:srgbClr val="383544"/>
                </a:solidFill>
                <a:effectLst/>
                <a:latin typeface="Roboto" panose="02000000000000000000" pitchFamily="2" charset="0"/>
              </a:rPr>
              <a:t>kiến</a:t>
            </a:r>
            <a:r>
              <a:rPr lang="en-US" sz="4400" b="0" i="0" dirty="0">
                <a:solidFill>
                  <a:srgbClr val="383544"/>
                </a:solidFill>
                <a:effectLst/>
                <a:latin typeface="Roboto" panose="02000000000000000000" pitchFamily="2" charset="0"/>
              </a:rPr>
              <a:t> </a:t>
            </a:r>
            <a:r>
              <a:rPr lang="en-US" sz="4400" b="0" i="0" dirty="0" err="1">
                <a:solidFill>
                  <a:srgbClr val="383544"/>
                </a:solidFill>
                <a:effectLst/>
                <a:latin typeface="Roboto" panose="02000000000000000000" pitchFamily="2" charset="0"/>
              </a:rPr>
              <a:t>trúc</a:t>
            </a:r>
            <a:r>
              <a:rPr lang="en-US" sz="4400" b="0" i="0" dirty="0">
                <a:solidFill>
                  <a:srgbClr val="383544"/>
                </a:solidFill>
                <a:effectLst/>
                <a:latin typeface="Roboto" panose="02000000000000000000" pitchFamily="2" charset="0"/>
              </a:rPr>
              <a:t> </a:t>
            </a:r>
            <a:r>
              <a:rPr lang="en-US" sz="4400" b="0" i="0" dirty="0" err="1">
                <a:solidFill>
                  <a:srgbClr val="383544"/>
                </a:solidFill>
                <a:effectLst/>
                <a:latin typeface="Roboto" panose="02000000000000000000" pitchFamily="2" charset="0"/>
              </a:rPr>
              <a:t>của</a:t>
            </a:r>
            <a:r>
              <a:rPr lang="en-US" sz="4400" b="0" i="0" dirty="0">
                <a:solidFill>
                  <a:srgbClr val="383544"/>
                </a:solidFill>
                <a:effectLst/>
                <a:latin typeface="Roboto" panose="02000000000000000000" pitchFamily="2" charset="0"/>
              </a:rPr>
              <a:t> </a:t>
            </a:r>
            <a:r>
              <a:rPr lang="en-US" sz="4400" b="0" i="0" dirty="0" err="1">
                <a:solidFill>
                  <a:srgbClr val="383544"/>
                </a:solidFill>
                <a:effectLst/>
                <a:latin typeface="Roboto" panose="02000000000000000000" pitchFamily="2" charset="0"/>
              </a:rPr>
              <a:t>nó</a:t>
            </a:r>
            <a:r>
              <a:rPr lang="en-US" sz="4400" b="0" i="0" dirty="0">
                <a:solidFill>
                  <a:srgbClr val="383544"/>
                </a:solidFill>
                <a:effectLst/>
                <a:latin typeface="Roboto" panose="02000000000000000000" pitchFamily="2" charset="0"/>
              </a:rPr>
              <a:t>. </a:t>
            </a:r>
            <a:r>
              <a:rPr lang="vi-VN" sz="4400" b="0" i="0" dirty="0">
                <a:solidFill>
                  <a:srgbClr val="383544"/>
                </a:solidFill>
                <a:effectLst/>
                <a:latin typeface="Roboto" panose="02000000000000000000" pitchFamily="2" charset="0"/>
              </a:rPr>
              <a:t>Đối với vi xử lý 32-bits, </a:t>
            </a:r>
            <a:r>
              <a:rPr lang="vi-VN" sz="4400" b="0" i="0" dirty="0">
                <a:solidFill>
                  <a:srgbClr val="273239"/>
                </a:solidFill>
                <a:effectLst/>
                <a:latin typeface="Nunito" pitchFamily="2" charset="0"/>
              </a:rPr>
              <a:t>bộ xử lý có thể truy cập bộ nhớ với kích thước từ cố định là 4 byte</a:t>
            </a:r>
            <a:r>
              <a:rPr lang="en-US" sz="4400" b="0" i="0" dirty="0">
                <a:solidFill>
                  <a:srgbClr val="273239"/>
                </a:solidFill>
                <a:effectLst/>
                <a:latin typeface="Nunito" pitchFamily="2" charset="0"/>
              </a:rPr>
              <a:t>. </a:t>
            </a:r>
            <a:r>
              <a:rPr lang="en-US" sz="4400" b="0" i="0" dirty="0" err="1">
                <a:solidFill>
                  <a:srgbClr val="383544"/>
                </a:solidFill>
                <a:effectLst/>
                <a:latin typeface="Roboto" panose="02000000000000000000" pitchFamily="2" charset="0"/>
              </a:rPr>
              <a:t>Mỗi</a:t>
            </a:r>
            <a:r>
              <a:rPr lang="vi-VN" sz="4400" b="0" i="0" dirty="0">
                <a:solidFill>
                  <a:srgbClr val="383544"/>
                </a:solidFill>
                <a:effectLst/>
                <a:latin typeface="Roboto" panose="02000000000000000000" pitchFamily="2" charset="0"/>
              </a:rPr>
              <a:t> </a:t>
            </a:r>
            <a:r>
              <a:rPr lang="en-US" sz="4400" b="0" i="0" dirty="0">
                <a:solidFill>
                  <a:srgbClr val="383544"/>
                </a:solidFill>
                <a:effectLst/>
                <a:latin typeface="Roboto" panose="02000000000000000000" pitchFamily="2" charset="0"/>
              </a:rPr>
              <a:t>chu </a:t>
            </a:r>
            <a:r>
              <a:rPr lang="en-US" sz="4400" b="0" i="0" dirty="0" err="1">
                <a:solidFill>
                  <a:srgbClr val="383544"/>
                </a:solidFill>
                <a:effectLst/>
                <a:latin typeface="Roboto" panose="02000000000000000000" pitchFamily="2" charset="0"/>
              </a:rPr>
              <a:t>kì</a:t>
            </a:r>
            <a:r>
              <a:rPr lang="en-US" sz="4400" b="0" i="0" dirty="0">
                <a:solidFill>
                  <a:srgbClr val="383544"/>
                </a:solidFill>
                <a:effectLst/>
                <a:latin typeface="Roboto" panose="02000000000000000000" pitchFamily="2" charset="0"/>
              </a:rPr>
              <a:t> </a:t>
            </a:r>
            <a:r>
              <a:rPr lang="vi-VN" sz="4400" b="0" i="0" dirty="0">
                <a:solidFill>
                  <a:srgbClr val="383544"/>
                </a:solidFill>
                <a:effectLst/>
                <a:latin typeface="Roboto" panose="02000000000000000000" pitchFamily="2" charset="0"/>
              </a:rPr>
              <a:t>máy chúng ta sẽ lấy được 4 bytes thay vì 1 byte.</a:t>
            </a:r>
            <a:endParaRPr lang="en-US" sz="4400" b="0" i="0" dirty="0">
              <a:solidFill>
                <a:srgbClr val="273239"/>
              </a:solidFill>
              <a:effectLst/>
              <a:latin typeface="Nunito" pitchFamily="2" charset="0"/>
            </a:endParaRPr>
          </a:p>
          <a:p>
            <a:r>
              <a:rPr lang="vi-VN" sz="4400" b="0" i="0" dirty="0">
                <a:solidFill>
                  <a:srgbClr val="273239"/>
                </a:solidFill>
                <a:effectLst/>
                <a:latin typeface="Nunito" pitchFamily="2" charset="0"/>
              </a:rPr>
              <a:t>Căn chỉnh dữ liệu</a:t>
            </a:r>
            <a:r>
              <a:rPr lang="en-US" sz="4400" b="0" i="0" dirty="0">
                <a:solidFill>
                  <a:srgbClr val="273239"/>
                </a:solidFill>
                <a:effectLst/>
                <a:latin typeface="Nunito" pitchFamily="2" charset="0"/>
              </a:rPr>
              <a:t> </a:t>
            </a:r>
            <a:r>
              <a:rPr lang="en-US" sz="4400" b="0" i="0" dirty="0" err="1">
                <a:solidFill>
                  <a:srgbClr val="273239"/>
                </a:solidFill>
                <a:effectLst/>
                <a:latin typeface="Nunito" pitchFamily="2" charset="0"/>
              </a:rPr>
              <a:t>là</a:t>
            </a:r>
            <a:r>
              <a:rPr lang="en-US" sz="4400" b="0" i="0" dirty="0">
                <a:solidFill>
                  <a:srgbClr val="273239"/>
                </a:solidFill>
                <a:effectLst/>
                <a:latin typeface="Nunito" pitchFamily="2" charset="0"/>
              </a:rPr>
              <a:t> </a:t>
            </a:r>
            <a:r>
              <a:rPr lang="vi-VN" sz="4400" b="0" i="0" dirty="0">
                <a:solidFill>
                  <a:srgbClr val="273239"/>
                </a:solidFill>
                <a:effectLst/>
                <a:latin typeface="Nunito" pitchFamily="2" charset="0"/>
              </a:rPr>
              <a:t>cách dữ liệu được sắp xếp và truy cập trong bộ nhớ máy tính. </a:t>
            </a:r>
            <a:r>
              <a:rPr lang="en-GB" sz="4400" b="0" i="0" dirty="0" err="1">
                <a:solidFill>
                  <a:srgbClr val="273239"/>
                </a:solidFill>
                <a:effectLst/>
                <a:latin typeface="Nunito" pitchFamily="2" charset="0"/>
              </a:rPr>
              <a:t>Điều</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này</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làm</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tăng</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hiệu</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suất</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của</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hệ</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thống</a:t>
            </a:r>
            <a:r>
              <a:rPr lang="en-GB" sz="4400" b="0" i="0" dirty="0">
                <a:solidFill>
                  <a:srgbClr val="273239"/>
                </a:solidFill>
                <a:effectLst/>
                <a:latin typeface="Nunito" pitchFamily="2" charset="0"/>
              </a:rPr>
              <a:t> do </a:t>
            </a:r>
            <a:r>
              <a:rPr lang="en-GB" sz="4400" b="0" i="0" dirty="0" err="1">
                <a:solidFill>
                  <a:srgbClr val="273239"/>
                </a:solidFill>
                <a:effectLst/>
                <a:latin typeface="Nunito" pitchFamily="2" charset="0"/>
              </a:rPr>
              <a:t>cách</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xử</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lý</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bộ</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nhớ</a:t>
            </a:r>
            <a:r>
              <a:rPr lang="en-GB" sz="4400" b="0" i="0" dirty="0">
                <a:solidFill>
                  <a:srgbClr val="273239"/>
                </a:solidFill>
                <a:effectLst/>
                <a:latin typeface="Nunito" pitchFamily="2" charset="0"/>
              </a:rPr>
              <a:t>. </a:t>
            </a:r>
          </a:p>
          <a:p>
            <a:r>
              <a:rPr lang="en-GB" sz="4400" b="0" i="0" dirty="0" err="1">
                <a:solidFill>
                  <a:srgbClr val="273239"/>
                </a:solidFill>
                <a:effectLst/>
                <a:latin typeface="Nunito" pitchFamily="2" charset="0"/>
              </a:rPr>
              <a:t>Vì</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vậy</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phải</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chèn</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một</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số</a:t>
            </a:r>
            <a:r>
              <a:rPr lang="en-GB" sz="4400" b="0" i="0" dirty="0">
                <a:solidFill>
                  <a:srgbClr val="273239"/>
                </a:solidFill>
                <a:effectLst/>
                <a:latin typeface="Nunito" pitchFamily="2" charset="0"/>
              </a:rPr>
              <a:t> byte </a:t>
            </a:r>
            <a:r>
              <a:rPr lang="en-GB" sz="4400" b="0" i="0" dirty="0" err="1">
                <a:solidFill>
                  <a:srgbClr val="273239"/>
                </a:solidFill>
                <a:effectLst/>
                <a:latin typeface="Nunito" pitchFamily="2" charset="0"/>
              </a:rPr>
              <a:t>bổ</a:t>
            </a:r>
            <a:r>
              <a:rPr lang="en-GB" sz="4400" b="0" i="0" dirty="0">
                <a:solidFill>
                  <a:srgbClr val="273239"/>
                </a:solidFill>
                <a:effectLst/>
                <a:latin typeface="Nunito" pitchFamily="2" charset="0"/>
              </a:rPr>
              <a:t> sung </a:t>
            </a:r>
            <a:r>
              <a:rPr lang="en-GB" sz="4400" b="0" i="0" dirty="0" err="1">
                <a:solidFill>
                  <a:srgbClr val="273239"/>
                </a:solidFill>
                <a:effectLst/>
                <a:latin typeface="Nunito" pitchFamily="2" charset="0"/>
              </a:rPr>
              <a:t>giữa</a:t>
            </a:r>
            <a:r>
              <a:rPr lang="en-GB" sz="4400" b="0" i="0" dirty="0">
                <a:solidFill>
                  <a:srgbClr val="273239"/>
                </a:solidFill>
                <a:effectLst/>
                <a:latin typeface="Nunito" pitchFamily="2" charset="0"/>
              </a:rPr>
              <a:t> </a:t>
            </a:r>
            <a:r>
              <a:rPr lang="en-GB" sz="4400" b="0" i="0" dirty="0" err="1">
                <a:solidFill>
                  <a:srgbClr val="273239"/>
                </a:solidFill>
                <a:effectLst/>
                <a:latin typeface="Nunito" pitchFamily="2" charset="0"/>
              </a:rPr>
              <a:t>gọi</a:t>
            </a:r>
            <a:r>
              <a:rPr lang="en-GB" sz="4400" b="0" i="0" dirty="0">
                <a:solidFill>
                  <a:srgbClr val="273239"/>
                </a:solidFill>
                <a:effectLst/>
                <a:latin typeface="Nunito" pitchFamily="2" charset="0"/>
              </a:rPr>
              <a:t> padding.</a:t>
            </a:r>
            <a:endParaRPr lang="en-GB" sz="4400" dirty="0"/>
          </a:p>
          <a:p>
            <a:endParaRPr lang="en-GB" dirty="0"/>
          </a:p>
        </p:txBody>
      </p:sp>
      <p:sp>
        <p:nvSpPr>
          <p:cNvPr id="4" name="Slide Number Placeholder 3"/>
          <p:cNvSpPr>
            <a:spLocks noGrp="1"/>
          </p:cNvSpPr>
          <p:nvPr>
            <p:ph type="sldNum" sz="quarter" idx="5"/>
          </p:nvPr>
        </p:nvSpPr>
        <p:spPr/>
        <p:txBody>
          <a:bodyPr/>
          <a:lstStyle/>
          <a:p>
            <a:fld id="{006BE02D-20C0-F840-AFAC-BEA99C74FDC2}" type="slidenum">
              <a:rPr lang="en-US" smtClean="0"/>
              <a:pPr/>
              <a:t>27</a:t>
            </a:fld>
            <a:endParaRPr lang="en-US" dirty="0"/>
          </a:p>
        </p:txBody>
      </p:sp>
    </p:spTree>
    <p:extLst>
      <p:ext uri="{BB962C8B-B14F-4D97-AF65-F5344CB8AC3E}">
        <p14:creationId xmlns:p14="http://schemas.microsoft.com/office/powerpoint/2010/main" val="19575231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125CD-A1D8-6EB9-2ECB-D45FE9603C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5168F-820A-20F4-0761-B684549EB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30CB6-AE1E-1541-02DD-3B877A694F77}"/>
              </a:ext>
            </a:extLst>
          </p:cNvPr>
          <p:cNvSpPr>
            <a:spLocks noGrp="1"/>
          </p:cNvSpPr>
          <p:nvPr>
            <p:ph type="body" idx="1"/>
          </p:nvPr>
        </p:nvSpPr>
        <p:spPr/>
        <p:txBody>
          <a:bodyPr/>
          <a:lstStyle/>
          <a:p>
            <a:endParaRPr lang="en-US" sz="6000"/>
          </a:p>
        </p:txBody>
      </p:sp>
      <p:sp>
        <p:nvSpPr>
          <p:cNvPr id="4" name="Slide Number Placeholder 3">
            <a:extLst>
              <a:ext uri="{FF2B5EF4-FFF2-40B4-BE49-F238E27FC236}">
                <a16:creationId xmlns:a16="http://schemas.microsoft.com/office/drawing/2014/main" id="{3D87510F-A57D-DA3E-4037-299080177A2B}"/>
              </a:ext>
            </a:extLst>
          </p:cNvPr>
          <p:cNvSpPr>
            <a:spLocks noGrp="1"/>
          </p:cNvSpPr>
          <p:nvPr>
            <p:ph type="sldNum" sz="quarter" idx="5"/>
          </p:nvPr>
        </p:nvSpPr>
        <p:spPr/>
        <p:txBody>
          <a:bodyPr/>
          <a:lstStyle/>
          <a:p>
            <a:fld id="{006BE02D-20C0-F840-AFAC-BEA99C74FDC2}" type="slidenum">
              <a:rPr lang="en-US" smtClean="0"/>
              <a:pPr/>
              <a:t>33</a:t>
            </a:fld>
            <a:endParaRPr lang="en-US" dirty="0"/>
          </a:p>
        </p:txBody>
      </p:sp>
    </p:spTree>
    <p:extLst>
      <p:ext uri="{BB962C8B-B14F-4D97-AF65-F5344CB8AC3E}">
        <p14:creationId xmlns:p14="http://schemas.microsoft.com/office/powerpoint/2010/main" val="23624249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06BE02D-20C0-F840-AFAC-BEA99C74FDC2}" type="slidenum">
              <a:rPr lang="en-US" smtClean="0"/>
              <a:pPr/>
              <a:t>34</a:t>
            </a:fld>
            <a:endParaRPr lang="en-US" dirty="0"/>
          </a:p>
        </p:txBody>
      </p:sp>
    </p:spTree>
    <p:extLst>
      <p:ext uri="{BB962C8B-B14F-4D97-AF65-F5344CB8AC3E}">
        <p14:creationId xmlns:p14="http://schemas.microsoft.com/office/powerpoint/2010/main" val="1160068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CAF63-8D93-05B1-9BE8-13DBB600B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B8A55-063C-BADA-11C8-0CBD4A5BFD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248F03-36EF-378D-8473-73BB835BE4E6}"/>
              </a:ext>
            </a:extLst>
          </p:cNvPr>
          <p:cNvSpPr>
            <a:spLocks noGrp="1"/>
          </p:cNvSpPr>
          <p:nvPr>
            <p:ph type="body" idx="1"/>
          </p:nvPr>
        </p:nvSpPr>
        <p:spPr/>
        <p:txBody>
          <a:bodyPr/>
          <a:lstStyle/>
          <a:p>
            <a:endParaRPr lang="en-US" sz="6000"/>
          </a:p>
        </p:txBody>
      </p:sp>
      <p:sp>
        <p:nvSpPr>
          <p:cNvPr id="4" name="Slide Number Placeholder 3">
            <a:extLst>
              <a:ext uri="{FF2B5EF4-FFF2-40B4-BE49-F238E27FC236}">
                <a16:creationId xmlns:a16="http://schemas.microsoft.com/office/drawing/2014/main" id="{6496DC76-0E6C-9EB6-87CC-CC85F6EC3A3B}"/>
              </a:ext>
            </a:extLst>
          </p:cNvPr>
          <p:cNvSpPr>
            <a:spLocks noGrp="1"/>
          </p:cNvSpPr>
          <p:nvPr>
            <p:ph type="sldNum" sz="quarter" idx="5"/>
          </p:nvPr>
        </p:nvSpPr>
        <p:spPr/>
        <p:txBody>
          <a:bodyPr/>
          <a:lstStyle/>
          <a:p>
            <a:fld id="{006BE02D-20C0-F840-AFAC-BEA99C74FDC2}" type="slidenum">
              <a:rPr lang="en-US" smtClean="0"/>
              <a:pPr/>
              <a:t>35</a:t>
            </a:fld>
            <a:endParaRPr lang="en-US" dirty="0"/>
          </a:p>
        </p:txBody>
      </p:sp>
    </p:spTree>
    <p:extLst>
      <p:ext uri="{BB962C8B-B14F-4D97-AF65-F5344CB8AC3E}">
        <p14:creationId xmlns:p14="http://schemas.microsoft.com/office/powerpoint/2010/main" val="683037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CAF63-8D93-05B1-9BE8-13DBB600B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B8A55-063C-BADA-11C8-0CBD4A5BFD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248F03-36EF-378D-8473-73BB835BE4E6}"/>
              </a:ext>
            </a:extLst>
          </p:cNvPr>
          <p:cNvSpPr>
            <a:spLocks noGrp="1"/>
          </p:cNvSpPr>
          <p:nvPr>
            <p:ph type="body" idx="1"/>
          </p:nvPr>
        </p:nvSpPr>
        <p:spPr/>
        <p:txBody>
          <a:bodyPr/>
          <a:lstStyle/>
          <a:p>
            <a:endParaRPr lang="en-US" sz="6000"/>
          </a:p>
        </p:txBody>
      </p:sp>
      <p:sp>
        <p:nvSpPr>
          <p:cNvPr id="4" name="Slide Number Placeholder 3">
            <a:extLst>
              <a:ext uri="{FF2B5EF4-FFF2-40B4-BE49-F238E27FC236}">
                <a16:creationId xmlns:a16="http://schemas.microsoft.com/office/drawing/2014/main" id="{6496DC76-0E6C-9EB6-87CC-CC85F6EC3A3B}"/>
              </a:ext>
            </a:extLst>
          </p:cNvPr>
          <p:cNvSpPr>
            <a:spLocks noGrp="1"/>
          </p:cNvSpPr>
          <p:nvPr>
            <p:ph type="sldNum" sz="quarter" idx="5"/>
          </p:nvPr>
        </p:nvSpPr>
        <p:spPr/>
        <p:txBody>
          <a:bodyPr/>
          <a:lstStyle/>
          <a:p>
            <a:fld id="{006BE02D-20C0-F840-AFAC-BEA99C74FDC2}" type="slidenum">
              <a:rPr lang="en-US" smtClean="0"/>
              <a:pPr/>
              <a:t>36</a:t>
            </a:fld>
            <a:endParaRPr lang="en-US" dirty="0"/>
          </a:p>
        </p:txBody>
      </p:sp>
    </p:spTree>
    <p:extLst>
      <p:ext uri="{BB962C8B-B14F-4D97-AF65-F5344CB8AC3E}">
        <p14:creationId xmlns:p14="http://schemas.microsoft.com/office/powerpoint/2010/main" val="38212130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faul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4451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lank">
    <p:bg>
      <p:bgPr>
        <a:blipFill dpi="0" rotWithShape="1">
          <a:blip r:embed="rId2" cstate="email">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7794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Blank">
    <p:bg>
      <p:bgPr>
        <a:blipFill dpi="0" rotWithShape="1">
          <a:blip r:embed="rId2" cstate="email">
            <a:alphaModFix amt="70000"/>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8611161" y="6356351"/>
            <a:ext cx="2743379" cy="365125"/>
          </a:xfrm>
          <a:prstGeom prst="rect">
            <a:avLst/>
          </a:prstGeom>
        </p:spPr>
        <p:txBody>
          <a:bodyPr vert="horz" lIns="91440" tIns="45720" rIns="91440" bIns="45720" rtlCol="0" anchor="ctr"/>
          <a:lstStyle>
            <a:defPPr>
              <a:defRPr lang="en-US"/>
            </a:defPPr>
            <a:lvl1pPr marL="0" algn="r" defTabSz="228594" rtl="0" eaLnBrk="1" latinLnBrk="0" hangingPunct="1">
              <a:defRPr sz="1200" b="0" i="0" kern="1200">
                <a:solidFill>
                  <a:schemeClr val="tx1">
                    <a:tint val="75000"/>
                  </a:schemeClr>
                </a:solidFill>
                <a:latin typeface="Roboto" panose="02000000000000000000" pitchFamily="2" charset="0"/>
                <a:ea typeface="+mn-ea"/>
                <a:cs typeface="+mn-cs"/>
              </a:defRPr>
            </a:lvl1pPr>
            <a:lvl2pPr marL="228594" algn="l" defTabSz="228594" rtl="0" eaLnBrk="1" latinLnBrk="0" hangingPunct="1">
              <a:defRPr sz="900" kern="1200">
                <a:solidFill>
                  <a:schemeClr val="tx1"/>
                </a:solidFill>
                <a:latin typeface="+mn-lt"/>
                <a:ea typeface="+mn-ea"/>
                <a:cs typeface="+mn-cs"/>
              </a:defRPr>
            </a:lvl2pPr>
            <a:lvl3pPr marL="457189" algn="l" defTabSz="228594" rtl="0" eaLnBrk="1" latinLnBrk="0" hangingPunct="1">
              <a:defRPr sz="900" kern="1200">
                <a:solidFill>
                  <a:schemeClr val="tx1"/>
                </a:solidFill>
                <a:latin typeface="+mn-lt"/>
                <a:ea typeface="+mn-ea"/>
                <a:cs typeface="+mn-cs"/>
              </a:defRPr>
            </a:lvl3pPr>
            <a:lvl4pPr marL="685783" algn="l" defTabSz="228594" rtl="0" eaLnBrk="1" latinLnBrk="0" hangingPunct="1">
              <a:defRPr sz="900" kern="1200">
                <a:solidFill>
                  <a:schemeClr val="tx1"/>
                </a:solidFill>
                <a:latin typeface="+mn-lt"/>
                <a:ea typeface="+mn-ea"/>
                <a:cs typeface="+mn-cs"/>
              </a:defRPr>
            </a:lvl4pPr>
            <a:lvl5pPr marL="914377" algn="l" defTabSz="228594" rtl="0" eaLnBrk="1" latinLnBrk="0" hangingPunct="1">
              <a:defRPr sz="900" kern="1200">
                <a:solidFill>
                  <a:schemeClr val="tx1"/>
                </a:solidFill>
                <a:latin typeface="+mn-lt"/>
                <a:ea typeface="+mn-ea"/>
                <a:cs typeface="+mn-cs"/>
              </a:defRPr>
            </a:lvl5pPr>
            <a:lvl6pPr marL="1142971" algn="l" defTabSz="228594" rtl="0" eaLnBrk="1" latinLnBrk="0" hangingPunct="1">
              <a:defRPr sz="900" kern="1200">
                <a:solidFill>
                  <a:schemeClr val="tx1"/>
                </a:solidFill>
                <a:latin typeface="+mn-lt"/>
                <a:ea typeface="+mn-ea"/>
                <a:cs typeface="+mn-cs"/>
              </a:defRPr>
            </a:lvl6pPr>
            <a:lvl7pPr marL="1371566" algn="l" defTabSz="228594" rtl="0" eaLnBrk="1" latinLnBrk="0" hangingPunct="1">
              <a:defRPr sz="900" kern="1200">
                <a:solidFill>
                  <a:schemeClr val="tx1"/>
                </a:solidFill>
                <a:latin typeface="+mn-lt"/>
                <a:ea typeface="+mn-ea"/>
                <a:cs typeface="+mn-cs"/>
              </a:defRPr>
            </a:lvl7pPr>
            <a:lvl8pPr marL="1600160" algn="l" defTabSz="228594" rtl="0" eaLnBrk="1" latinLnBrk="0" hangingPunct="1">
              <a:defRPr sz="900" kern="1200">
                <a:solidFill>
                  <a:schemeClr val="tx1"/>
                </a:solidFill>
                <a:latin typeface="+mn-lt"/>
                <a:ea typeface="+mn-ea"/>
                <a:cs typeface="+mn-cs"/>
              </a:defRPr>
            </a:lvl8pPr>
            <a:lvl9pPr marL="1828754" algn="l" defTabSz="228594" rtl="0" eaLnBrk="1" latinLnBrk="0" hangingPunct="1">
              <a:defRPr sz="900" kern="1200">
                <a:solidFill>
                  <a:schemeClr val="tx1"/>
                </a:solidFill>
                <a:latin typeface="+mn-lt"/>
                <a:ea typeface="+mn-ea"/>
                <a:cs typeface="+mn-cs"/>
              </a:defRPr>
            </a:lvl9pPr>
          </a:lstStyle>
          <a:p>
            <a:fld id="{69AFC9D5-D493-4BB9-9550-09FB08DD4DC1}" type="slidenum">
              <a:rPr lang="en-US" smtClean="0"/>
              <a:pPr/>
              <a:t>‹#›</a:t>
            </a:fld>
            <a:endParaRPr lang="en-US"/>
          </a:p>
        </p:txBody>
      </p:sp>
    </p:spTree>
    <p:extLst>
      <p:ext uri="{BB962C8B-B14F-4D97-AF65-F5344CB8AC3E}">
        <p14:creationId xmlns:p14="http://schemas.microsoft.com/office/powerpoint/2010/main" val="18362045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6_Blank">
    <p:bg>
      <p:bgPr>
        <a:blipFill dpi="0" rotWithShape="1">
          <a:blip r:embed="rId2" cstate="email">
            <a:alphaModFix amt="20000"/>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9EC1D1B-01AB-48D4-A407-C3E55BC83F11}"/>
              </a:ext>
            </a:extLst>
          </p:cNvPr>
          <p:cNvGrpSpPr/>
          <p:nvPr userDrawn="1"/>
        </p:nvGrpSpPr>
        <p:grpSpPr>
          <a:xfrm>
            <a:off x="817655" y="2044309"/>
            <a:ext cx="2033588" cy="2033587"/>
            <a:chOff x="922527" y="1355086"/>
            <a:chExt cx="2033588" cy="2033587"/>
          </a:xfrm>
        </p:grpSpPr>
        <p:grpSp>
          <p:nvGrpSpPr>
            <p:cNvPr id="13" name="Google Shape;313;p22">
              <a:extLst>
                <a:ext uri="{FF2B5EF4-FFF2-40B4-BE49-F238E27FC236}">
                  <a16:creationId xmlns:a16="http://schemas.microsoft.com/office/drawing/2014/main" id="{51C51F34-BA4D-46D8-821D-0F91EB04E08F}"/>
                </a:ext>
              </a:extLst>
            </p:cNvPr>
            <p:cNvGrpSpPr>
              <a:grpSpLocks/>
            </p:cNvGrpSpPr>
            <p:nvPr/>
          </p:nvGrpSpPr>
          <p:grpSpPr bwMode="auto">
            <a:xfrm>
              <a:off x="922527" y="1355086"/>
              <a:ext cx="2033588" cy="2033587"/>
              <a:chOff x="-1266371" y="4076700"/>
              <a:chExt cx="4165600" cy="4165600"/>
            </a:xfrm>
          </p:grpSpPr>
          <p:sp>
            <p:nvSpPr>
              <p:cNvPr id="15" name="Google Shape;314;p22">
                <a:extLst>
                  <a:ext uri="{FF2B5EF4-FFF2-40B4-BE49-F238E27FC236}">
                    <a16:creationId xmlns:a16="http://schemas.microsoft.com/office/drawing/2014/main" id="{566B4114-279C-4BBD-B916-C6B46363CEC5}"/>
                  </a:ext>
                </a:extLst>
              </p:cNvPr>
              <p:cNvSpPr>
                <a:spLocks noChangeArrowheads="1"/>
              </p:cNvSpPr>
              <p:nvPr/>
            </p:nvSpPr>
            <p:spPr bwMode="auto">
              <a:xfrm>
                <a:off x="-1025072" y="4317999"/>
                <a:ext cx="3682999" cy="3683001"/>
              </a:xfrm>
              <a:prstGeom prst="ellipse">
                <a:avLst/>
              </a:prstGeom>
              <a:solidFill>
                <a:srgbClr val="EE0032"/>
              </a:solidFill>
              <a:ln>
                <a:noFill/>
              </a:ln>
              <a:extLst>
                <a:ext uri="{91240B29-F687-4F45-9708-019B960494DF}">
                  <a14:hiddenLine xmlns:a14="http://schemas.microsoft.com/office/drawing/2010/main" w="9525">
                    <a:solidFill>
                      <a:srgbClr val="000000"/>
                    </a:solidFill>
                    <a:round/>
                    <a:headEnd/>
                    <a:tailEnd/>
                  </a14:hiddenLine>
                </a:ext>
              </a:extLst>
            </p:spPr>
            <p:txBody>
              <a:bodyPr lIns="91425" tIns="45700" rIns="91425" bIns="45700"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endParaRPr lang="vi-VN" altLang="vi-VN" sz="1400" b="0" i="0">
                  <a:solidFill>
                    <a:srgbClr val="FFFFFF"/>
                  </a:solidFill>
                  <a:latin typeface="Roboto" panose="02000000000000000000" pitchFamily="2" charset="0"/>
                  <a:ea typeface="Century Gothic" panose="020B0502020202020204" pitchFamily="34" charset="0"/>
                  <a:cs typeface="Sarabun" pitchFamily="2" charset="-34"/>
                  <a:sym typeface="Century Gothic" panose="020B0502020202020204" pitchFamily="34" charset="0"/>
                </a:endParaRPr>
              </a:p>
            </p:txBody>
          </p:sp>
          <p:grpSp>
            <p:nvGrpSpPr>
              <p:cNvPr id="16" name="Google Shape;315;p22">
                <a:extLst>
                  <a:ext uri="{FF2B5EF4-FFF2-40B4-BE49-F238E27FC236}">
                    <a16:creationId xmlns:a16="http://schemas.microsoft.com/office/drawing/2014/main" id="{51357212-CA5A-4A44-B577-D392B872957B}"/>
                  </a:ext>
                </a:extLst>
              </p:cNvPr>
              <p:cNvGrpSpPr>
                <a:grpSpLocks/>
              </p:cNvGrpSpPr>
              <p:nvPr/>
            </p:nvGrpSpPr>
            <p:grpSpPr bwMode="auto">
              <a:xfrm>
                <a:off x="-1266371" y="4076700"/>
                <a:ext cx="4165600" cy="4165600"/>
                <a:chOff x="-1266371" y="4076700"/>
                <a:chExt cx="4165600" cy="4165600"/>
              </a:xfrm>
            </p:grpSpPr>
            <p:sp>
              <p:nvSpPr>
                <p:cNvPr id="17" name="Google Shape;316;p22">
                  <a:extLst>
                    <a:ext uri="{FF2B5EF4-FFF2-40B4-BE49-F238E27FC236}">
                      <a16:creationId xmlns:a16="http://schemas.microsoft.com/office/drawing/2014/main" id="{99529418-A8EF-4D9A-B2BE-621E7B4836CA}"/>
                    </a:ext>
                  </a:extLst>
                </p:cNvPr>
                <p:cNvSpPr>
                  <a:spLocks noChangeArrowheads="1"/>
                </p:cNvSpPr>
                <p:nvPr/>
              </p:nvSpPr>
              <p:spPr bwMode="auto">
                <a:xfrm>
                  <a:off x="2697616" y="5348316"/>
                  <a:ext cx="161925" cy="161925"/>
                </a:xfrm>
                <a:prstGeom prst="ellipse">
                  <a:avLst/>
                </a:prstGeom>
                <a:solidFill>
                  <a:srgbClr val="EE0032"/>
                </a:solidFill>
                <a:ln>
                  <a:noFill/>
                </a:ln>
                <a:extLst>
                  <a:ext uri="{91240B29-F687-4F45-9708-019B960494DF}">
                    <a14:hiddenLine xmlns:a14="http://schemas.microsoft.com/office/drawing/2010/main" w="9525">
                      <a:solidFill>
                        <a:srgbClr val="000000"/>
                      </a:solidFill>
                      <a:round/>
                      <a:headEnd/>
                      <a:tailEnd/>
                    </a14:hiddenLine>
                  </a:ext>
                </a:extLst>
              </p:spPr>
              <p:txBody>
                <a:bodyPr lIns="91425" tIns="45700" rIns="91425" bIns="45700"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endParaRPr lang="vi-VN" altLang="vi-VN" sz="1400" b="0" i="0">
                    <a:solidFill>
                      <a:srgbClr val="FFFFFF"/>
                    </a:solidFill>
                    <a:latin typeface="Roboto" panose="02000000000000000000" pitchFamily="2" charset="0"/>
                    <a:ea typeface="Century Gothic" panose="020B0502020202020204" pitchFamily="34" charset="0"/>
                    <a:cs typeface="Sarabun" pitchFamily="2" charset="-34"/>
                    <a:sym typeface="Century Gothic" panose="020B0502020202020204" pitchFamily="34" charset="0"/>
                  </a:endParaRPr>
                </a:p>
              </p:txBody>
            </p:sp>
            <p:sp>
              <p:nvSpPr>
                <p:cNvPr id="18" name="Google Shape;317;p22">
                  <a:extLst>
                    <a:ext uri="{FF2B5EF4-FFF2-40B4-BE49-F238E27FC236}">
                      <a16:creationId xmlns:a16="http://schemas.microsoft.com/office/drawing/2014/main" id="{1B093729-C6C6-4EF0-B6BF-43642E85407B}"/>
                    </a:ext>
                  </a:extLst>
                </p:cNvPr>
                <p:cNvSpPr>
                  <a:spLocks noChangeArrowheads="1"/>
                </p:cNvSpPr>
                <p:nvPr/>
              </p:nvSpPr>
              <p:spPr bwMode="auto">
                <a:xfrm>
                  <a:off x="-1266371" y="4076700"/>
                  <a:ext cx="4165600" cy="4165600"/>
                </a:xfrm>
                <a:prstGeom prst="ellipse">
                  <a:avLst/>
                </a:prstGeom>
                <a:noFill/>
                <a:ln w="12700">
                  <a:solidFill>
                    <a:srgbClr val="EE0032"/>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lIns="91425" tIns="45700" rIns="91425" bIns="45700"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endParaRPr lang="vi-VN" altLang="vi-VN" sz="1400" b="0" i="0">
                    <a:solidFill>
                      <a:srgbClr val="FFFFFF"/>
                    </a:solidFill>
                    <a:latin typeface="Roboto" panose="02000000000000000000" pitchFamily="2" charset="0"/>
                    <a:ea typeface="Century Gothic" panose="020B0502020202020204" pitchFamily="34" charset="0"/>
                    <a:cs typeface="Sarabun" pitchFamily="2" charset="-34"/>
                    <a:sym typeface="Century Gothic" panose="020B0502020202020204" pitchFamily="34" charset="0"/>
                  </a:endParaRPr>
                </a:p>
              </p:txBody>
            </p:sp>
            <p:sp>
              <p:nvSpPr>
                <p:cNvPr id="19" name="Google Shape;318;p22">
                  <a:extLst>
                    <a:ext uri="{FF2B5EF4-FFF2-40B4-BE49-F238E27FC236}">
                      <a16:creationId xmlns:a16="http://schemas.microsoft.com/office/drawing/2014/main" id="{A041D6BE-0ADD-433B-A383-701C4850BF7A}"/>
                    </a:ext>
                  </a:extLst>
                </p:cNvPr>
                <p:cNvSpPr>
                  <a:spLocks noChangeArrowheads="1"/>
                </p:cNvSpPr>
                <p:nvPr/>
              </p:nvSpPr>
              <p:spPr bwMode="auto">
                <a:xfrm>
                  <a:off x="-920228" y="7346082"/>
                  <a:ext cx="161925" cy="161925"/>
                </a:xfrm>
                <a:prstGeom prst="ellipse">
                  <a:avLst/>
                </a:prstGeom>
                <a:solidFill>
                  <a:srgbClr val="EE0032"/>
                </a:solidFill>
                <a:ln>
                  <a:noFill/>
                </a:ln>
                <a:extLst>
                  <a:ext uri="{91240B29-F687-4F45-9708-019B960494DF}">
                    <a14:hiddenLine xmlns:a14="http://schemas.microsoft.com/office/drawing/2010/main" w="9525">
                      <a:solidFill>
                        <a:srgbClr val="000000"/>
                      </a:solidFill>
                      <a:round/>
                      <a:headEnd/>
                      <a:tailEnd/>
                    </a14:hiddenLine>
                  </a:ext>
                </a:extLst>
              </p:spPr>
              <p:txBody>
                <a:bodyPr lIns="91425" tIns="45700" rIns="91425" bIns="45700"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endParaRPr lang="vi-VN" altLang="vi-VN" sz="1400" b="0" i="0">
                    <a:solidFill>
                      <a:srgbClr val="FFFFFF"/>
                    </a:solidFill>
                    <a:latin typeface="Roboto" panose="02000000000000000000" pitchFamily="2" charset="0"/>
                    <a:ea typeface="Century Gothic" panose="020B0502020202020204" pitchFamily="34" charset="0"/>
                    <a:cs typeface="Sarabun" pitchFamily="2" charset="-34"/>
                    <a:sym typeface="Century Gothic" panose="020B0502020202020204" pitchFamily="34" charset="0"/>
                  </a:endParaRPr>
                </a:p>
              </p:txBody>
            </p:sp>
          </p:grpSp>
        </p:grpSp>
        <p:sp>
          <p:nvSpPr>
            <p:cNvPr id="14" name="Google Shape;319;p22">
              <a:extLst>
                <a:ext uri="{FF2B5EF4-FFF2-40B4-BE49-F238E27FC236}">
                  <a16:creationId xmlns:a16="http://schemas.microsoft.com/office/drawing/2014/main" id="{66DED8D5-A142-4C8D-95DB-1C88567C2732}"/>
                </a:ext>
              </a:extLst>
            </p:cNvPr>
            <p:cNvSpPr txBox="1">
              <a:spLocks noChangeArrowheads="1"/>
            </p:cNvSpPr>
            <p:nvPr/>
          </p:nvSpPr>
          <p:spPr bwMode="auto">
            <a:xfrm>
              <a:off x="1317732" y="1790223"/>
              <a:ext cx="1366838"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75" tIns="34275" rIns="68575" bIns="34275"/>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en-US" altLang="vi-VN" sz="1600" b="0" i="0">
                  <a:solidFill>
                    <a:srgbClr val="FFFFFF"/>
                  </a:solidFill>
                  <a:latin typeface="Roboto" panose="02000000000000000000" pitchFamily="2" charset="0"/>
                  <a:ea typeface="Tahoma" panose="020B0604030504040204" pitchFamily="34" charset="0"/>
                  <a:cs typeface="Sarabun" pitchFamily="2" charset="-34"/>
                  <a:sym typeface="Century Gothic" panose="020B0502020202020204" pitchFamily="34" charset="0"/>
                </a:rPr>
                <a:t>PHẦN</a:t>
              </a:r>
              <a:endParaRPr lang="vi-VN" altLang="vi-VN" sz="1600" b="0" i="0">
                <a:solidFill>
                  <a:srgbClr val="FFFFFF"/>
                </a:solidFill>
                <a:latin typeface="Roboto" panose="02000000000000000000" pitchFamily="2" charset="0"/>
                <a:ea typeface="Tahoma" panose="020B0604030504040204" pitchFamily="34" charset="0"/>
                <a:cs typeface="Sarabun" pitchFamily="2" charset="-34"/>
                <a:sym typeface="Century Gothic" panose="020B0502020202020204" pitchFamily="34" charset="0"/>
              </a:endParaRPr>
            </a:p>
          </p:txBody>
        </p:sp>
      </p:grpSp>
      <p:grpSp>
        <p:nvGrpSpPr>
          <p:cNvPr id="20" name="Google Shape;328;p22">
            <a:extLst>
              <a:ext uri="{FF2B5EF4-FFF2-40B4-BE49-F238E27FC236}">
                <a16:creationId xmlns:a16="http://schemas.microsoft.com/office/drawing/2014/main" id="{8D7C825E-99B7-4CD5-B265-3038796BB225}"/>
              </a:ext>
            </a:extLst>
          </p:cNvPr>
          <p:cNvGrpSpPr>
            <a:grpSpLocks/>
          </p:cNvGrpSpPr>
          <p:nvPr userDrawn="1"/>
        </p:nvGrpSpPr>
        <p:grpSpPr bwMode="auto">
          <a:xfrm>
            <a:off x="3089457" y="3006309"/>
            <a:ext cx="7680960" cy="72031"/>
            <a:chOff x="5029200" y="2769580"/>
            <a:chExt cx="5680075" cy="45719"/>
          </a:xfrm>
          <a:solidFill>
            <a:srgbClr val="EE0032"/>
          </a:solidFill>
        </p:grpSpPr>
        <p:sp>
          <p:nvSpPr>
            <p:cNvPr id="21" name="Google Shape;329;p22">
              <a:extLst>
                <a:ext uri="{FF2B5EF4-FFF2-40B4-BE49-F238E27FC236}">
                  <a16:creationId xmlns:a16="http://schemas.microsoft.com/office/drawing/2014/main" id="{B40C0823-8AFF-4A59-9B59-2E12CFD096D8}"/>
                </a:ext>
              </a:extLst>
            </p:cNvPr>
            <p:cNvSpPr>
              <a:spLocks noChangeArrowheads="1"/>
            </p:cNvSpPr>
            <p:nvPr/>
          </p:nvSpPr>
          <p:spPr bwMode="auto">
            <a:xfrm>
              <a:off x="5029200" y="2769580"/>
              <a:ext cx="723900" cy="45719"/>
            </a:xfrm>
            <a:prstGeom prst="rect">
              <a:avLst/>
            </a:prstGeom>
            <a:grpFill/>
            <a:ln w="9525">
              <a:solidFill>
                <a:srgbClr val="EE0032"/>
              </a:solidFill>
              <a:miter lim="800000"/>
              <a:headEnd/>
              <a:tailEnd/>
            </a:ln>
          </p:spPr>
          <p:txBody>
            <a:bodyPr lIns="91425" tIns="45700" rIns="91425" bIns="45700"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endParaRPr lang="vi-VN" altLang="vi-VN" sz="1400" b="0" i="0">
                <a:solidFill>
                  <a:srgbClr val="EE0032"/>
                </a:solidFill>
                <a:latin typeface="Roboto" panose="02000000000000000000" pitchFamily="2" charset="0"/>
                <a:ea typeface="Century Gothic" panose="020B0502020202020204" pitchFamily="34" charset="0"/>
                <a:cs typeface="Sarabun" pitchFamily="2" charset="-34"/>
                <a:sym typeface="Century Gothic" panose="020B0502020202020204" pitchFamily="34" charset="0"/>
              </a:endParaRPr>
            </a:p>
          </p:txBody>
        </p:sp>
        <p:cxnSp>
          <p:nvCxnSpPr>
            <p:cNvPr id="22" name="Google Shape;330;p22">
              <a:extLst>
                <a:ext uri="{FF2B5EF4-FFF2-40B4-BE49-F238E27FC236}">
                  <a16:creationId xmlns:a16="http://schemas.microsoft.com/office/drawing/2014/main" id="{7EC9DC2E-844F-47B8-AD10-BEC1409F0502}"/>
                </a:ext>
              </a:extLst>
            </p:cNvPr>
            <p:cNvCxnSpPr>
              <a:cxnSpLocks noChangeShapeType="1"/>
            </p:cNvCxnSpPr>
            <p:nvPr/>
          </p:nvCxnSpPr>
          <p:spPr bwMode="auto">
            <a:xfrm>
              <a:off x="5711825" y="2792439"/>
              <a:ext cx="4997450" cy="0"/>
            </a:xfrm>
            <a:prstGeom prst="straightConnector1">
              <a:avLst/>
            </a:prstGeom>
            <a:grpFill/>
            <a:ln w="9525">
              <a:solidFill>
                <a:srgbClr val="EE0032"/>
              </a:solidFill>
              <a:miter lim="800000"/>
              <a:headEnd type="none" w="sm" len="sm"/>
              <a:tailEnd type="none" w="sm" len="sm"/>
            </a:ln>
          </p:spPr>
        </p:cxnSp>
      </p:grpSp>
      <p:pic>
        <p:nvPicPr>
          <p:cNvPr id="3" name="Picture 2">
            <a:extLst>
              <a:ext uri="{FF2B5EF4-FFF2-40B4-BE49-F238E27FC236}">
                <a16:creationId xmlns:a16="http://schemas.microsoft.com/office/drawing/2014/main" id="{ECA2781F-82B3-B34F-8983-991628BECFE1}"/>
              </a:ext>
            </a:extLst>
          </p:cNvPr>
          <p:cNvPicPr>
            <a:picLocks noChangeAspect="1"/>
          </p:cNvPicPr>
          <p:nvPr userDrawn="1"/>
        </p:nvPicPr>
        <p:blipFill rotWithShape="1">
          <a:blip r:embed="rId3" cstate="email">
            <a:extLst>
              <a:ext uri="{28A0092B-C50C-407E-A947-70E740481C1C}">
                <a14:useLocalDpi xmlns:a14="http://schemas.microsoft.com/office/drawing/2010/main" val="0"/>
              </a:ext>
            </a:extLst>
          </a:blip>
          <a:srcRect b="3365"/>
          <a:stretch>
            <a:fillRect/>
          </a:stretch>
        </p:blipFill>
        <p:spPr>
          <a:xfrm>
            <a:off x="353773" y="306220"/>
            <a:ext cx="1575684" cy="660987"/>
          </a:xfrm>
          <a:prstGeom prst="rect">
            <a:avLst/>
          </a:prstGeom>
        </p:spPr>
      </p:pic>
    </p:spTree>
    <p:extLst>
      <p:ext uri="{BB962C8B-B14F-4D97-AF65-F5344CB8AC3E}">
        <p14:creationId xmlns:p14="http://schemas.microsoft.com/office/powerpoint/2010/main" val="196243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bg>
      <p:bgPr>
        <a:blipFill dpi="0" rotWithShape="1">
          <a:blip r:embed="rId2" cstate="email">
            <a:alphaModFix amt="70000"/>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66898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9926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b="0" i="0">
                <a:solidFill>
                  <a:schemeClr val="tx1">
                    <a:tint val="75000"/>
                  </a:schemeClr>
                </a:solidFill>
                <a:latin typeface="Roboto" panose="02000000000000000000" pitchFamily="2" charset="0"/>
              </a:defRPr>
            </a:lvl1pPr>
          </a:lstStyle>
          <a:p>
            <a:fld id="{03A14A73-8E17-4263-9ADE-0787C17C9E70}" type="datetimeFigureOut">
              <a:rPr lang="en-US" smtClean="0"/>
              <a:pPr/>
              <a:t>6/14/2026</a:t>
            </a:fld>
            <a:endParaRPr lang="en-US"/>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Roboto" panose="02000000000000000000" pitchFamily="2" charset="0"/>
              </a:defRPr>
            </a:lvl1pPr>
          </a:lstStyle>
          <a:p>
            <a:endParaRPr lang="en-US"/>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b="0" i="0">
                <a:solidFill>
                  <a:schemeClr val="tx1">
                    <a:tint val="75000"/>
                  </a:schemeClr>
                </a:solidFill>
                <a:latin typeface="Roboto" panose="02000000000000000000" pitchFamily="2" charset="0"/>
              </a:defRPr>
            </a:lvl1pPr>
          </a:lstStyle>
          <a:p>
            <a:fld id="{F5AC19B7-A873-4BEE-96DE-1E225D93DB0A}" type="slidenum">
              <a:rPr lang="en-US" smtClean="0"/>
              <a:pPr/>
              <a:t>‹#›</a:t>
            </a:fld>
            <a:endParaRPr lang="en-US"/>
          </a:p>
        </p:txBody>
      </p:sp>
      <p:pic>
        <p:nvPicPr>
          <p:cNvPr id="9" name="Picture 8">
            <a:extLst>
              <a:ext uri="{FF2B5EF4-FFF2-40B4-BE49-F238E27FC236}">
                <a16:creationId xmlns:a16="http://schemas.microsoft.com/office/drawing/2014/main" id="{D9AE30FD-CF21-06D0-4081-D18E35CD1510}"/>
              </a:ext>
            </a:extLst>
          </p:cNvPr>
          <p:cNvPicPr>
            <a:picLocks noChangeAspect="1"/>
          </p:cNvPicPr>
          <p:nvPr userDrawn="1"/>
        </p:nvPicPr>
        <p:blipFill>
          <a:blip r:embed="rId3" cstate="email">
            <a:extLst>
              <a:ext uri="{28A0092B-C50C-407E-A947-70E740481C1C}">
                <a14:useLocalDpi xmlns:a14="http://schemas.microsoft.com/office/drawing/2010/main" val="0"/>
              </a:ext>
            </a:extLst>
          </a:blip>
          <a:stretch>
            <a:fillRect/>
          </a:stretch>
        </p:blipFill>
        <p:spPr>
          <a:xfrm>
            <a:off x="0" y="6137663"/>
            <a:ext cx="12192000" cy="720339"/>
          </a:xfrm>
          <a:prstGeom prst="rect">
            <a:avLst/>
          </a:prstGeom>
        </p:spPr>
      </p:pic>
      <p:sp>
        <p:nvSpPr>
          <p:cNvPr id="10" name="TextBox 9">
            <a:extLst>
              <a:ext uri="{FF2B5EF4-FFF2-40B4-BE49-F238E27FC236}">
                <a16:creationId xmlns:a16="http://schemas.microsoft.com/office/drawing/2014/main" id="{4FEC79D4-0438-5CA1-1228-E81A1EF686AC}"/>
              </a:ext>
            </a:extLst>
          </p:cNvPr>
          <p:cNvSpPr txBox="1"/>
          <p:nvPr userDrawn="1"/>
        </p:nvSpPr>
        <p:spPr>
          <a:xfrm>
            <a:off x="499533" y="6341534"/>
            <a:ext cx="5291667" cy="307777"/>
          </a:xfrm>
          <a:prstGeom prst="rect">
            <a:avLst/>
          </a:prstGeom>
          <a:noFill/>
        </p:spPr>
        <p:txBody>
          <a:bodyPr wrap="square" rtlCol="0">
            <a:spAutoFit/>
          </a:bodyPr>
          <a:lstStyle/>
          <a:p>
            <a:pPr marL="0" marR="0" lvl="0" indent="0" algn="l" defTabSz="914034" rtl="0" eaLnBrk="1" fontAlgn="auto" latinLnBrk="0" hangingPunct="1">
              <a:lnSpc>
                <a:spcPct val="100000"/>
              </a:lnSpc>
              <a:spcBef>
                <a:spcPts val="0"/>
              </a:spcBef>
              <a:spcAft>
                <a:spcPts val="0"/>
              </a:spcAft>
              <a:buClrTx/>
              <a:buSzTx/>
              <a:buFontTx/>
              <a:buNone/>
              <a:tabLst/>
              <a:defRPr/>
            </a:pPr>
            <a:r>
              <a:rPr lang="en-GB" sz="1400" b="0" i="0" spc="300">
                <a:solidFill>
                  <a:schemeClr val="bg1">
                    <a:lumMod val="75000"/>
                  </a:schemeClr>
                </a:solidFill>
                <a:effectLst/>
                <a:latin typeface="FS PF BeauSans Pro" panose="02000500000000020004" pitchFamily="2" charset="0"/>
              </a:rPr>
              <a:t>www.</a:t>
            </a:r>
            <a:r>
              <a:rPr lang="en-GB" sz="1400" b="0" i="0" kern="1200" spc="300">
                <a:solidFill>
                  <a:schemeClr val="bg1">
                    <a:lumMod val="75000"/>
                  </a:schemeClr>
                </a:solidFill>
                <a:effectLst/>
                <a:latin typeface="FS PF BeauSans Pro" panose="02000500000000020004" pitchFamily="2" charset="0"/>
                <a:ea typeface="+mn-ea"/>
                <a:cs typeface="+mn-cs"/>
              </a:rPr>
              <a:t>viettelhightech.vn </a:t>
            </a:r>
          </a:p>
        </p:txBody>
      </p:sp>
      <p:pic>
        <p:nvPicPr>
          <p:cNvPr id="11" name="Picture 10">
            <a:extLst>
              <a:ext uri="{FF2B5EF4-FFF2-40B4-BE49-F238E27FC236}">
                <a16:creationId xmlns:a16="http://schemas.microsoft.com/office/drawing/2014/main" id="{1342538B-DB88-8EF9-E01E-066B79ACD3C4}"/>
              </a:ext>
            </a:extLst>
          </p:cNvPr>
          <p:cNvPicPr>
            <a:picLocks noChangeAspect="1"/>
          </p:cNvPicPr>
          <p:nvPr userDrawn="1"/>
        </p:nvPicPr>
        <p:blipFill rotWithShape="1">
          <a:blip r:embed="rId4" cstate="email">
            <a:extLst>
              <a:ext uri="{28A0092B-C50C-407E-A947-70E740481C1C}">
                <a14:useLocalDpi xmlns:a14="http://schemas.microsoft.com/office/drawing/2010/main" val="0"/>
              </a:ext>
            </a:extLst>
          </a:blip>
          <a:srcRect b="1363"/>
          <a:stretch>
            <a:fillRect/>
          </a:stretch>
        </p:blipFill>
        <p:spPr>
          <a:xfrm>
            <a:off x="10315543" y="6246857"/>
            <a:ext cx="1161029" cy="497129"/>
          </a:xfrm>
          <a:prstGeom prst="rect">
            <a:avLst/>
          </a:prstGeom>
        </p:spPr>
      </p:pic>
      <p:sp>
        <p:nvSpPr>
          <p:cNvPr id="12" name="Slide Number Placeholder 5">
            <a:extLst>
              <a:ext uri="{FF2B5EF4-FFF2-40B4-BE49-F238E27FC236}">
                <a16:creationId xmlns:a16="http://schemas.microsoft.com/office/drawing/2014/main" id="{079404BC-E948-7742-A1B3-1E5F2515263C}"/>
              </a:ext>
            </a:extLst>
          </p:cNvPr>
          <p:cNvSpPr txBox="1">
            <a:spLocks/>
          </p:cNvSpPr>
          <p:nvPr userDrawn="1"/>
        </p:nvSpPr>
        <p:spPr>
          <a:xfrm>
            <a:off x="6654291" y="6387700"/>
            <a:ext cx="2743200" cy="261611"/>
          </a:xfrm>
          <a:prstGeom prst="rect">
            <a:avLst/>
          </a:prstGeom>
        </p:spPr>
        <p:txBody>
          <a:bodyPr anchor="ctr"/>
          <a:lstStyle>
            <a:defPPr>
              <a:defRPr lang="en-US"/>
            </a:defPPr>
            <a:lvl1pPr marL="0" algn="l" defTabSz="1828434" rtl="0" eaLnBrk="1" latinLnBrk="0" hangingPunct="1">
              <a:defRPr sz="3600" kern="1200">
                <a:solidFill>
                  <a:schemeClr val="tx1"/>
                </a:solidFill>
                <a:latin typeface="+mn-lt"/>
                <a:ea typeface="+mn-ea"/>
                <a:cs typeface="+mn-cs"/>
              </a:defRPr>
            </a:lvl1pPr>
            <a:lvl2pPr marL="914217" algn="l" defTabSz="1828434" rtl="0" eaLnBrk="1" latinLnBrk="0" hangingPunct="1">
              <a:defRPr sz="3600" kern="1200">
                <a:solidFill>
                  <a:schemeClr val="tx1"/>
                </a:solidFill>
                <a:latin typeface="+mn-lt"/>
                <a:ea typeface="+mn-ea"/>
                <a:cs typeface="+mn-cs"/>
              </a:defRPr>
            </a:lvl2pPr>
            <a:lvl3pPr marL="1828434" algn="l" defTabSz="1828434" rtl="0" eaLnBrk="1" latinLnBrk="0" hangingPunct="1">
              <a:defRPr sz="3600" kern="1200">
                <a:solidFill>
                  <a:schemeClr val="tx1"/>
                </a:solidFill>
                <a:latin typeface="+mn-lt"/>
                <a:ea typeface="+mn-ea"/>
                <a:cs typeface="+mn-cs"/>
              </a:defRPr>
            </a:lvl3pPr>
            <a:lvl4pPr marL="2742651" algn="l" defTabSz="1828434" rtl="0" eaLnBrk="1" latinLnBrk="0" hangingPunct="1">
              <a:defRPr sz="3600" kern="1200">
                <a:solidFill>
                  <a:schemeClr val="tx1"/>
                </a:solidFill>
                <a:latin typeface="+mn-lt"/>
                <a:ea typeface="+mn-ea"/>
                <a:cs typeface="+mn-cs"/>
              </a:defRPr>
            </a:lvl4pPr>
            <a:lvl5pPr marL="3656868" algn="l" defTabSz="1828434" rtl="0" eaLnBrk="1" latinLnBrk="0" hangingPunct="1">
              <a:defRPr sz="3600" kern="1200">
                <a:solidFill>
                  <a:schemeClr val="tx1"/>
                </a:solidFill>
                <a:latin typeface="+mn-lt"/>
                <a:ea typeface="+mn-ea"/>
                <a:cs typeface="+mn-cs"/>
              </a:defRPr>
            </a:lvl5pPr>
            <a:lvl6pPr marL="4571086" algn="l" defTabSz="1828434" rtl="0" eaLnBrk="1" latinLnBrk="0" hangingPunct="1">
              <a:defRPr sz="3600" kern="1200">
                <a:solidFill>
                  <a:schemeClr val="tx1"/>
                </a:solidFill>
                <a:latin typeface="+mn-lt"/>
                <a:ea typeface="+mn-ea"/>
                <a:cs typeface="+mn-cs"/>
              </a:defRPr>
            </a:lvl6pPr>
            <a:lvl7pPr marL="5485303" algn="l" defTabSz="1828434" rtl="0" eaLnBrk="1" latinLnBrk="0" hangingPunct="1">
              <a:defRPr sz="3600" kern="1200">
                <a:solidFill>
                  <a:schemeClr val="tx1"/>
                </a:solidFill>
                <a:latin typeface="+mn-lt"/>
                <a:ea typeface="+mn-ea"/>
                <a:cs typeface="+mn-cs"/>
              </a:defRPr>
            </a:lvl7pPr>
            <a:lvl8pPr marL="6399520" algn="l" defTabSz="1828434" rtl="0" eaLnBrk="1" latinLnBrk="0" hangingPunct="1">
              <a:defRPr sz="3600" kern="1200">
                <a:solidFill>
                  <a:schemeClr val="tx1"/>
                </a:solidFill>
                <a:latin typeface="+mn-lt"/>
                <a:ea typeface="+mn-ea"/>
                <a:cs typeface="+mn-cs"/>
              </a:defRPr>
            </a:lvl8pPr>
            <a:lvl9pPr marL="7313737" algn="l" defTabSz="1828434" rtl="0" eaLnBrk="1" latinLnBrk="0" hangingPunct="1">
              <a:defRPr sz="3600" kern="1200">
                <a:solidFill>
                  <a:schemeClr val="tx1"/>
                </a:solidFill>
                <a:latin typeface="+mn-lt"/>
                <a:ea typeface="+mn-ea"/>
                <a:cs typeface="+mn-cs"/>
              </a:defRPr>
            </a:lvl9pPr>
          </a:lstStyle>
          <a:p>
            <a:pPr algn="r"/>
            <a:fld id="{9A4F5331-B698-864F-BD6B-D3EF9BE9DBF9}" type="slidenum">
              <a:rPr lang="en-US" sz="1400" b="0" i="0" smtClean="0">
                <a:solidFill>
                  <a:schemeClr val="bg1">
                    <a:lumMod val="75000"/>
                  </a:schemeClr>
                </a:solidFill>
                <a:latin typeface="Roboto" panose="02000000000000000000" pitchFamily="2" charset="0"/>
                <a:cs typeface="Sarabun" pitchFamily="2" charset="-34"/>
              </a:rPr>
              <a:pPr algn="r"/>
              <a:t>‹#›</a:t>
            </a:fld>
            <a:endParaRPr lang="en-US" sz="1400" b="0" i="0">
              <a:solidFill>
                <a:schemeClr val="bg1">
                  <a:lumMod val="75000"/>
                </a:schemeClr>
              </a:solidFill>
              <a:latin typeface="Roboto" panose="02000000000000000000" pitchFamily="2" charset="0"/>
              <a:cs typeface="Sarabun" pitchFamily="2" charset="-34"/>
            </a:endParaRPr>
          </a:p>
        </p:txBody>
      </p:sp>
    </p:spTree>
    <p:extLst>
      <p:ext uri="{BB962C8B-B14F-4D97-AF65-F5344CB8AC3E}">
        <p14:creationId xmlns:p14="http://schemas.microsoft.com/office/powerpoint/2010/main" val="327038996"/>
      </p:ext>
    </p:extLst>
  </p:cSld>
  <p:clrMap bg1="lt1" tx1="dk1" bg2="lt2" tx2="dk2" accent1="accent1" accent2="accent2" accent3="accent3" accent4="accent4" accent5="accent5" accent6="accent6" hlink="hlink" folHlink="folHlink"/>
  <p:sldLayoutIdLst>
    <p:sldLayoutId id="2147483989" r:id="rId1"/>
  </p:sldLayoutIdLst>
  <p:txStyles>
    <p:titleStyle>
      <a:lvl1pPr algn="l" defTabSz="914149" rtl="0" eaLnBrk="1" latinLnBrk="0" hangingPunct="1">
        <a:lnSpc>
          <a:spcPct val="90000"/>
        </a:lnSpc>
        <a:spcBef>
          <a:spcPct val="0"/>
        </a:spcBef>
        <a:buNone/>
        <a:defRPr lang="en-US" sz="3732" kern="1200" dirty="0">
          <a:solidFill>
            <a:srgbClr val="EE0033"/>
          </a:solidFill>
          <a:latin typeface="FS PF BeauSans Pro SemiBold" panose="02000503000000020004" pitchFamily="2" charset="0"/>
          <a:ea typeface="+mn-ea"/>
          <a:cs typeface="+mn-cs"/>
        </a:defRPr>
      </a:lvl1pPr>
    </p:titleStyle>
    <p:body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49" rtl="0" eaLnBrk="1" latinLnBrk="0" hangingPunct="1">
        <a:defRPr sz="1800" kern="1200">
          <a:solidFill>
            <a:schemeClr val="tx1"/>
          </a:solidFill>
          <a:latin typeface="+mn-lt"/>
          <a:ea typeface="+mn-ea"/>
          <a:cs typeface="+mn-cs"/>
        </a:defRPr>
      </a:lvl1pPr>
      <a:lvl2pPr marL="457074" algn="l" defTabSz="914149" rtl="0" eaLnBrk="1" latinLnBrk="0" hangingPunct="1">
        <a:defRPr sz="1800" kern="1200">
          <a:solidFill>
            <a:schemeClr val="tx1"/>
          </a:solidFill>
          <a:latin typeface="+mn-lt"/>
          <a:ea typeface="+mn-ea"/>
          <a:cs typeface="+mn-cs"/>
        </a:defRPr>
      </a:lvl2pPr>
      <a:lvl3pPr marL="914149" algn="l" defTabSz="914149" rtl="0" eaLnBrk="1" latinLnBrk="0" hangingPunct="1">
        <a:defRPr sz="1800" kern="1200">
          <a:solidFill>
            <a:schemeClr val="tx1"/>
          </a:solidFill>
          <a:latin typeface="+mn-lt"/>
          <a:ea typeface="+mn-ea"/>
          <a:cs typeface="+mn-cs"/>
        </a:defRPr>
      </a:lvl3pPr>
      <a:lvl4pPr marL="1371223" algn="l" defTabSz="914149" rtl="0" eaLnBrk="1" latinLnBrk="0" hangingPunct="1">
        <a:defRPr sz="1800" kern="1200">
          <a:solidFill>
            <a:schemeClr val="tx1"/>
          </a:solidFill>
          <a:latin typeface="+mn-lt"/>
          <a:ea typeface="+mn-ea"/>
          <a:cs typeface="+mn-cs"/>
        </a:defRPr>
      </a:lvl4pPr>
      <a:lvl5pPr marL="1828297" algn="l" defTabSz="914149" rtl="0" eaLnBrk="1" latinLnBrk="0" hangingPunct="1">
        <a:defRPr sz="1800" kern="1200">
          <a:solidFill>
            <a:schemeClr val="tx1"/>
          </a:solidFill>
          <a:latin typeface="+mn-lt"/>
          <a:ea typeface="+mn-ea"/>
          <a:cs typeface="+mn-cs"/>
        </a:defRPr>
      </a:lvl5pPr>
      <a:lvl6pPr marL="2285371" algn="l" defTabSz="914149" rtl="0" eaLnBrk="1" latinLnBrk="0" hangingPunct="1">
        <a:defRPr sz="1800" kern="1200">
          <a:solidFill>
            <a:schemeClr val="tx1"/>
          </a:solidFill>
          <a:latin typeface="+mn-lt"/>
          <a:ea typeface="+mn-ea"/>
          <a:cs typeface="+mn-cs"/>
        </a:defRPr>
      </a:lvl6pPr>
      <a:lvl7pPr marL="2742446" algn="l" defTabSz="914149" rtl="0" eaLnBrk="1" latinLnBrk="0" hangingPunct="1">
        <a:defRPr sz="1800" kern="1200">
          <a:solidFill>
            <a:schemeClr val="tx1"/>
          </a:solidFill>
          <a:latin typeface="+mn-lt"/>
          <a:ea typeface="+mn-ea"/>
          <a:cs typeface="+mn-cs"/>
        </a:defRPr>
      </a:lvl7pPr>
      <a:lvl8pPr marL="3199520" algn="l" defTabSz="914149" rtl="0" eaLnBrk="1" latinLnBrk="0" hangingPunct="1">
        <a:defRPr sz="1800" kern="1200">
          <a:solidFill>
            <a:schemeClr val="tx1"/>
          </a:solidFill>
          <a:latin typeface="+mn-lt"/>
          <a:ea typeface="+mn-ea"/>
          <a:cs typeface="+mn-cs"/>
        </a:defRPr>
      </a:lvl8pPr>
      <a:lvl9pPr marL="3656594" algn="l" defTabSz="914149"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477496"/>
      </p:ext>
    </p:extLst>
  </p:cSld>
  <p:clrMap bg1="lt1" tx1="dk1" bg2="lt2" tx2="dk2" accent1="accent1" accent2="accent2" accent3="accent3" accent4="accent4" accent5="accent5" accent6="accent6" hlink="hlink" folHlink="folHlink"/>
  <p:sldLayoutIdLst>
    <p:sldLayoutId id="2147483993" r:id="rId1"/>
  </p:sldLayoutIdLst>
  <p:txStyles>
    <p:titleStyle>
      <a:lvl1pPr algn="l" defTabSz="914149" rtl="0" eaLnBrk="1" latinLnBrk="0" hangingPunct="1">
        <a:lnSpc>
          <a:spcPct val="90000"/>
        </a:lnSpc>
        <a:spcBef>
          <a:spcPct val="0"/>
        </a:spcBef>
        <a:buNone/>
        <a:defRPr lang="en-US" sz="3732" kern="1200" dirty="0">
          <a:solidFill>
            <a:srgbClr val="EE0033"/>
          </a:solidFill>
          <a:latin typeface="FS PF BeauSans Pro SemiBold" panose="02000503000000020004" pitchFamily="2" charset="0"/>
          <a:ea typeface="+mn-ea"/>
          <a:cs typeface="+mn-cs"/>
        </a:defRPr>
      </a:lvl1pPr>
    </p:titleStyle>
    <p:body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49" rtl="0" eaLnBrk="1" latinLnBrk="0" hangingPunct="1">
        <a:defRPr sz="1800" kern="1200">
          <a:solidFill>
            <a:schemeClr val="tx1"/>
          </a:solidFill>
          <a:latin typeface="+mn-lt"/>
          <a:ea typeface="+mn-ea"/>
          <a:cs typeface="+mn-cs"/>
        </a:defRPr>
      </a:lvl1pPr>
      <a:lvl2pPr marL="457074" algn="l" defTabSz="914149" rtl="0" eaLnBrk="1" latinLnBrk="0" hangingPunct="1">
        <a:defRPr sz="1800" kern="1200">
          <a:solidFill>
            <a:schemeClr val="tx1"/>
          </a:solidFill>
          <a:latin typeface="+mn-lt"/>
          <a:ea typeface="+mn-ea"/>
          <a:cs typeface="+mn-cs"/>
        </a:defRPr>
      </a:lvl2pPr>
      <a:lvl3pPr marL="914149" algn="l" defTabSz="914149" rtl="0" eaLnBrk="1" latinLnBrk="0" hangingPunct="1">
        <a:defRPr sz="1800" kern="1200">
          <a:solidFill>
            <a:schemeClr val="tx1"/>
          </a:solidFill>
          <a:latin typeface="+mn-lt"/>
          <a:ea typeface="+mn-ea"/>
          <a:cs typeface="+mn-cs"/>
        </a:defRPr>
      </a:lvl3pPr>
      <a:lvl4pPr marL="1371223" algn="l" defTabSz="914149" rtl="0" eaLnBrk="1" latinLnBrk="0" hangingPunct="1">
        <a:defRPr sz="1800" kern="1200">
          <a:solidFill>
            <a:schemeClr val="tx1"/>
          </a:solidFill>
          <a:latin typeface="+mn-lt"/>
          <a:ea typeface="+mn-ea"/>
          <a:cs typeface="+mn-cs"/>
        </a:defRPr>
      </a:lvl4pPr>
      <a:lvl5pPr marL="1828297" algn="l" defTabSz="914149" rtl="0" eaLnBrk="1" latinLnBrk="0" hangingPunct="1">
        <a:defRPr sz="1800" kern="1200">
          <a:solidFill>
            <a:schemeClr val="tx1"/>
          </a:solidFill>
          <a:latin typeface="+mn-lt"/>
          <a:ea typeface="+mn-ea"/>
          <a:cs typeface="+mn-cs"/>
        </a:defRPr>
      </a:lvl5pPr>
      <a:lvl6pPr marL="2285371" algn="l" defTabSz="914149" rtl="0" eaLnBrk="1" latinLnBrk="0" hangingPunct="1">
        <a:defRPr sz="1800" kern="1200">
          <a:solidFill>
            <a:schemeClr val="tx1"/>
          </a:solidFill>
          <a:latin typeface="+mn-lt"/>
          <a:ea typeface="+mn-ea"/>
          <a:cs typeface="+mn-cs"/>
        </a:defRPr>
      </a:lvl6pPr>
      <a:lvl7pPr marL="2742446" algn="l" defTabSz="914149" rtl="0" eaLnBrk="1" latinLnBrk="0" hangingPunct="1">
        <a:defRPr sz="1800" kern="1200">
          <a:solidFill>
            <a:schemeClr val="tx1"/>
          </a:solidFill>
          <a:latin typeface="+mn-lt"/>
          <a:ea typeface="+mn-ea"/>
          <a:cs typeface="+mn-cs"/>
        </a:defRPr>
      </a:lvl7pPr>
      <a:lvl8pPr marL="3199520" algn="l" defTabSz="914149" rtl="0" eaLnBrk="1" latinLnBrk="0" hangingPunct="1">
        <a:defRPr sz="1800" kern="1200">
          <a:solidFill>
            <a:schemeClr val="tx1"/>
          </a:solidFill>
          <a:latin typeface="+mn-lt"/>
          <a:ea typeface="+mn-ea"/>
          <a:cs typeface="+mn-cs"/>
        </a:defRPr>
      </a:lvl8pPr>
      <a:lvl9pPr marL="3656594" algn="l" defTabSz="914149"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827144"/>
      </p:ext>
    </p:extLst>
  </p:cSld>
  <p:clrMap bg1="lt1" tx1="dk1" bg2="lt2" tx2="dk2" accent1="accent1" accent2="accent2" accent3="accent3" accent4="accent4" accent5="accent5" accent6="accent6" hlink="hlink" folHlink="folHlink"/>
  <p:sldLayoutIdLst>
    <p:sldLayoutId id="2147483995" r:id="rId1"/>
  </p:sldLayoutIdLst>
  <p:txStyles>
    <p:titleStyle>
      <a:lvl1pPr algn="l" defTabSz="914149" rtl="0" eaLnBrk="1" latinLnBrk="0" hangingPunct="1">
        <a:lnSpc>
          <a:spcPct val="90000"/>
        </a:lnSpc>
        <a:spcBef>
          <a:spcPct val="0"/>
        </a:spcBef>
        <a:buNone/>
        <a:defRPr lang="en-US" sz="3732" kern="1200" dirty="0">
          <a:solidFill>
            <a:srgbClr val="EE0033"/>
          </a:solidFill>
          <a:latin typeface="FS PF BeauSans Pro SemiBold" panose="02000503000000020004" pitchFamily="2" charset="0"/>
          <a:ea typeface="+mn-ea"/>
          <a:cs typeface="+mn-cs"/>
        </a:defRPr>
      </a:lvl1pPr>
    </p:titleStyle>
    <p:body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49" rtl="0" eaLnBrk="1" latinLnBrk="0" hangingPunct="1">
        <a:defRPr sz="1800" kern="1200">
          <a:solidFill>
            <a:schemeClr val="tx1"/>
          </a:solidFill>
          <a:latin typeface="+mn-lt"/>
          <a:ea typeface="+mn-ea"/>
          <a:cs typeface="+mn-cs"/>
        </a:defRPr>
      </a:lvl1pPr>
      <a:lvl2pPr marL="457074" algn="l" defTabSz="914149" rtl="0" eaLnBrk="1" latinLnBrk="0" hangingPunct="1">
        <a:defRPr sz="1800" kern="1200">
          <a:solidFill>
            <a:schemeClr val="tx1"/>
          </a:solidFill>
          <a:latin typeface="+mn-lt"/>
          <a:ea typeface="+mn-ea"/>
          <a:cs typeface="+mn-cs"/>
        </a:defRPr>
      </a:lvl2pPr>
      <a:lvl3pPr marL="914149" algn="l" defTabSz="914149" rtl="0" eaLnBrk="1" latinLnBrk="0" hangingPunct="1">
        <a:defRPr sz="1800" kern="1200">
          <a:solidFill>
            <a:schemeClr val="tx1"/>
          </a:solidFill>
          <a:latin typeface="+mn-lt"/>
          <a:ea typeface="+mn-ea"/>
          <a:cs typeface="+mn-cs"/>
        </a:defRPr>
      </a:lvl3pPr>
      <a:lvl4pPr marL="1371223" algn="l" defTabSz="914149" rtl="0" eaLnBrk="1" latinLnBrk="0" hangingPunct="1">
        <a:defRPr sz="1800" kern="1200">
          <a:solidFill>
            <a:schemeClr val="tx1"/>
          </a:solidFill>
          <a:latin typeface="+mn-lt"/>
          <a:ea typeface="+mn-ea"/>
          <a:cs typeface="+mn-cs"/>
        </a:defRPr>
      </a:lvl4pPr>
      <a:lvl5pPr marL="1828297" algn="l" defTabSz="914149" rtl="0" eaLnBrk="1" latinLnBrk="0" hangingPunct="1">
        <a:defRPr sz="1800" kern="1200">
          <a:solidFill>
            <a:schemeClr val="tx1"/>
          </a:solidFill>
          <a:latin typeface="+mn-lt"/>
          <a:ea typeface="+mn-ea"/>
          <a:cs typeface="+mn-cs"/>
        </a:defRPr>
      </a:lvl5pPr>
      <a:lvl6pPr marL="2285371" algn="l" defTabSz="914149" rtl="0" eaLnBrk="1" latinLnBrk="0" hangingPunct="1">
        <a:defRPr sz="1800" kern="1200">
          <a:solidFill>
            <a:schemeClr val="tx1"/>
          </a:solidFill>
          <a:latin typeface="+mn-lt"/>
          <a:ea typeface="+mn-ea"/>
          <a:cs typeface="+mn-cs"/>
        </a:defRPr>
      </a:lvl6pPr>
      <a:lvl7pPr marL="2742446" algn="l" defTabSz="914149" rtl="0" eaLnBrk="1" latinLnBrk="0" hangingPunct="1">
        <a:defRPr sz="1800" kern="1200">
          <a:solidFill>
            <a:schemeClr val="tx1"/>
          </a:solidFill>
          <a:latin typeface="+mn-lt"/>
          <a:ea typeface="+mn-ea"/>
          <a:cs typeface="+mn-cs"/>
        </a:defRPr>
      </a:lvl7pPr>
      <a:lvl8pPr marL="3199520" algn="l" defTabSz="914149" rtl="0" eaLnBrk="1" latinLnBrk="0" hangingPunct="1">
        <a:defRPr sz="1800" kern="1200">
          <a:solidFill>
            <a:schemeClr val="tx1"/>
          </a:solidFill>
          <a:latin typeface="+mn-lt"/>
          <a:ea typeface="+mn-ea"/>
          <a:cs typeface="+mn-cs"/>
        </a:defRPr>
      </a:lvl8pPr>
      <a:lvl9pPr marL="3656594" algn="l" defTabSz="914149"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7073486"/>
      </p:ext>
    </p:extLst>
  </p:cSld>
  <p:clrMap bg1="lt1" tx1="dk1" bg2="lt2" tx2="dk2" accent1="accent1" accent2="accent2" accent3="accent3" accent4="accent4" accent5="accent5" accent6="accent6" hlink="hlink" folHlink="folHlink"/>
  <p:sldLayoutIdLst>
    <p:sldLayoutId id="2147483997" r:id="rId1"/>
  </p:sldLayoutIdLst>
  <p:txStyles>
    <p:titleStyle>
      <a:lvl1pPr algn="l" defTabSz="914149" rtl="0" eaLnBrk="1" latinLnBrk="0" hangingPunct="1">
        <a:lnSpc>
          <a:spcPct val="90000"/>
        </a:lnSpc>
        <a:spcBef>
          <a:spcPct val="0"/>
        </a:spcBef>
        <a:buNone/>
        <a:defRPr lang="en-US" sz="3732" kern="1200" dirty="0">
          <a:solidFill>
            <a:srgbClr val="EE0033"/>
          </a:solidFill>
          <a:latin typeface="FS PF BeauSans Pro SemiBold" panose="02000503000000020004" pitchFamily="2" charset="0"/>
          <a:ea typeface="+mn-ea"/>
          <a:cs typeface="+mn-cs"/>
        </a:defRPr>
      </a:lvl1pPr>
    </p:titleStyle>
    <p:body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49" rtl="0" eaLnBrk="1" latinLnBrk="0" hangingPunct="1">
        <a:defRPr sz="1800" kern="1200">
          <a:solidFill>
            <a:schemeClr val="tx1"/>
          </a:solidFill>
          <a:latin typeface="+mn-lt"/>
          <a:ea typeface="+mn-ea"/>
          <a:cs typeface="+mn-cs"/>
        </a:defRPr>
      </a:lvl1pPr>
      <a:lvl2pPr marL="457074" algn="l" defTabSz="914149" rtl="0" eaLnBrk="1" latinLnBrk="0" hangingPunct="1">
        <a:defRPr sz="1800" kern="1200">
          <a:solidFill>
            <a:schemeClr val="tx1"/>
          </a:solidFill>
          <a:latin typeface="+mn-lt"/>
          <a:ea typeface="+mn-ea"/>
          <a:cs typeface="+mn-cs"/>
        </a:defRPr>
      </a:lvl2pPr>
      <a:lvl3pPr marL="914149" algn="l" defTabSz="914149" rtl="0" eaLnBrk="1" latinLnBrk="0" hangingPunct="1">
        <a:defRPr sz="1800" kern="1200">
          <a:solidFill>
            <a:schemeClr val="tx1"/>
          </a:solidFill>
          <a:latin typeface="+mn-lt"/>
          <a:ea typeface="+mn-ea"/>
          <a:cs typeface="+mn-cs"/>
        </a:defRPr>
      </a:lvl3pPr>
      <a:lvl4pPr marL="1371223" algn="l" defTabSz="914149" rtl="0" eaLnBrk="1" latinLnBrk="0" hangingPunct="1">
        <a:defRPr sz="1800" kern="1200">
          <a:solidFill>
            <a:schemeClr val="tx1"/>
          </a:solidFill>
          <a:latin typeface="+mn-lt"/>
          <a:ea typeface="+mn-ea"/>
          <a:cs typeface="+mn-cs"/>
        </a:defRPr>
      </a:lvl4pPr>
      <a:lvl5pPr marL="1828297" algn="l" defTabSz="914149" rtl="0" eaLnBrk="1" latinLnBrk="0" hangingPunct="1">
        <a:defRPr sz="1800" kern="1200">
          <a:solidFill>
            <a:schemeClr val="tx1"/>
          </a:solidFill>
          <a:latin typeface="+mn-lt"/>
          <a:ea typeface="+mn-ea"/>
          <a:cs typeface="+mn-cs"/>
        </a:defRPr>
      </a:lvl5pPr>
      <a:lvl6pPr marL="2285371" algn="l" defTabSz="914149" rtl="0" eaLnBrk="1" latinLnBrk="0" hangingPunct="1">
        <a:defRPr sz="1800" kern="1200">
          <a:solidFill>
            <a:schemeClr val="tx1"/>
          </a:solidFill>
          <a:latin typeface="+mn-lt"/>
          <a:ea typeface="+mn-ea"/>
          <a:cs typeface="+mn-cs"/>
        </a:defRPr>
      </a:lvl6pPr>
      <a:lvl7pPr marL="2742446" algn="l" defTabSz="914149" rtl="0" eaLnBrk="1" latinLnBrk="0" hangingPunct="1">
        <a:defRPr sz="1800" kern="1200">
          <a:solidFill>
            <a:schemeClr val="tx1"/>
          </a:solidFill>
          <a:latin typeface="+mn-lt"/>
          <a:ea typeface="+mn-ea"/>
          <a:cs typeface="+mn-cs"/>
        </a:defRPr>
      </a:lvl7pPr>
      <a:lvl8pPr marL="3199520" algn="l" defTabSz="914149" rtl="0" eaLnBrk="1" latinLnBrk="0" hangingPunct="1">
        <a:defRPr sz="1800" kern="1200">
          <a:solidFill>
            <a:schemeClr val="tx1"/>
          </a:solidFill>
          <a:latin typeface="+mn-lt"/>
          <a:ea typeface="+mn-ea"/>
          <a:cs typeface="+mn-cs"/>
        </a:defRPr>
      </a:lvl8pPr>
      <a:lvl9pPr marL="3656594" algn="l" defTabSz="914149"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445486"/>
      </p:ext>
    </p:extLst>
  </p:cSld>
  <p:clrMap bg1="lt1" tx1="dk1" bg2="lt2" tx2="dk2" accent1="accent1" accent2="accent2" accent3="accent3" accent4="accent4" accent5="accent5" accent6="accent6" hlink="hlink" folHlink="folHlink"/>
  <p:sldLayoutIdLst>
    <p:sldLayoutId id="214748402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0738873"/>
      </p:ext>
    </p:extLst>
  </p:cSld>
  <p:clrMap bg1="lt1" tx1="dk1" bg2="lt2" tx2="dk2" accent1="accent1" accent2="accent2" accent3="accent3" accent4="accent4" accent5="accent5" accent6="accent6" hlink="hlink" folHlink="folHlink"/>
  <p:sldLayoutIdLst>
    <p:sldLayoutId id="214748402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5.png"/><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2">
            <a:extLst>
              <a:ext uri="{FF2B5EF4-FFF2-40B4-BE49-F238E27FC236}">
                <a16:creationId xmlns:a16="http://schemas.microsoft.com/office/drawing/2014/main" id="{A4228CF4-22B4-3386-2FE8-B155FAE750ED}"/>
              </a:ext>
            </a:extLst>
          </p:cNvPr>
          <p:cNvSpPr txBox="1">
            <a:spLocks noChangeArrowheads="1"/>
          </p:cNvSpPr>
          <p:nvPr/>
        </p:nvSpPr>
        <p:spPr bwMode="auto">
          <a:xfrm>
            <a:off x="1588" y="274936"/>
            <a:ext cx="12189619" cy="76268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2400">
                <a:solidFill>
                  <a:schemeClr val="tx1"/>
                </a:solidFill>
                <a:latin typeface="Calibri" panose="020F0502020204030204" pitchFamily="34" charset="0"/>
                <a:ea typeface="MS PGothic" panose="020B0600070205080204" pitchFamily="34" charset="-128"/>
              </a:defRPr>
            </a:lvl1pPr>
            <a:lvl2pPr marL="742950" indent="-285750">
              <a:spcBef>
                <a:spcPct val="20000"/>
              </a:spcBef>
              <a:buFont typeface="Arial" panose="020B0604020202020204" pitchFamily="34" charset="0"/>
              <a:buChar char="–"/>
              <a:defRPr sz="2100">
                <a:solidFill>
                  <a:schemeClr val="tx1"/>
                </a:solidFill>
                <a:latin typeface="Calibri" panose="020F0502020204030204" pitchFamily="34" charset="0"/>
                <a:ea typeface="MS PGothic" panose="020B0600070205080204" pitchFamily="34" charset="-128"/>
              </a:defRPr>
            </a:lvl2pPr>
            <a:lvl3pPr marL="1143000" indent="-228600">
              <a:spcBef>
                <a:spcPct val="20000"/>
              </a:spcBef>
              <a:buFont typeface="Arial" panose="020B0604020202020204" pitchFamily="34" charset="0"/>
              <a:buChar char="•"/>
              <a:defRPr>
                <a:solidFill>
                  <a:schemeClr val="tx1"/>
                </a:solidFill>
                <a:latin typeface="Calibri" panose="020F0502020204030204" pitchFamily="34" charset="0"/>
                <a:ea typeface="MS PGothic" panose="020B0600070205080204" pitchFamily="34" charset="-128"/>
              </a:defRPr>
            </a:lvl3pPr>
            <a:lvl4pPr marL="1600200" indent="-228600">
              <a:spcBef>
                <a:spcPct val="20000"/>
              </a:spcBef>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4pPr>
            <a:lvl5pPr marL="2057400" indent="-228600">
              <a:spcBef>
                <a:spcPct val="20000"/>
              </a:spcBef>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9pPr>
          </a:lstStyle>
          <a:p>
            <a:pPr algn="ctr">
              <a:lnSpc>
                <a:spcPct val="150000"/>
              </a:lnSpc>
              <a:spcBef>
                <a:spcPts val="0"/>
              </a:spcBef>
              <a:buNone/>
            </a:pPr>
            <a:r>
              <a:rPr lang="en-US" sz="2000" dirty="0">
                <a:solidFill>
                  <a:schemeClr val="bg1"/>
                </a:solidFill>
                <a:latin typeface="FS PF BeauSans Pro" panose="02000500000000020004" pitchFamily="2" charset="0"/>
                <a:ea typeface="Roboto" pitchFamily="2" charset="0"/>
                <a:cs typeface="Sarabun" pitchFamily="2" charset="-34"/>
                <a:sym typeface="Roboto Condensed Light"/>
              </a:rPr>
              <a:t>TỔNG CÔNG TY CÔNG NGHIỆP CÔNG NGHỆ CAO VIETTEL</a:t>
            </a:r>
          </a:p>
        </p:txBody>
      </p:sp>
      <p:sp>
        <p:nvSpPr>
          <p:cNvPr id="36" name="TextBox 35">
            <a:extLst>
              <a:ext uri="{FF2B5EF4-FFF2-40B4-BE49-F238E27FC236}">
                <a16:creationId xmlns:a16="http://schemas.microsoft.com/office/drawing/2014/main" id="{08C251E0-CD8C-9996-0DD4-B96D63680617}"/>
              </a:ext>
            </a:extLst>
          </p:cNvPr>
          <p:cNvSpPr txBox="1"/>
          <p:nvPr/>
        </p:nvSpPr>
        <p:spPr>
          <a:xfrm>
            <a:off x="795" y="2927082"/>
            <a:ext cx="12189619" cy="1635191"/>
          </a:xfrm>
          <a:prstGeom prst="rect">
            <a:avLst/>
          </a:prstGeom>
          <a:noFill/>
        </p:spPr>
        <p:txBody>
          <a:bodyPr wrap="square" rtlCol="0">
            <a:spAutoFit/>
          </a:bodyPr>
          <a:lstStyle/>
          <a:p>
            <a:pPr algn="ctr">
              <a:lnSpc>
                <a:spcPct val="120000"/>
              </a:lnSpc>
            </a:pPr>
            <a:r>
              <a:rPr lang="en-US" sz="4400" dirty="0">
                <a:solidFill>
                  <a:schemeClr val="bg1"/>
                </a:solidFill>
                <a:latin typeface="FS PF BeauSans Pro Bold" panose="02000500000000020004" pitchFamily="2" charset="0"/>
                <a:ea typeface="Roboto Cn" pitchFamily="2" charset="0"/>
                <a:cs typeface="Sarabun" pitchFamily="2" charset="-34"/>
              </a:rPr>
              <a:t>BÁO CÁO</a:t>
            </a:r>
            <a:br>
              <a:rPr lang="en-US" sz="4400" dirty="0">
                <a:solidFill>
                  <a:schemeClr val="bg1"/>
                </a:solidFill>
                <a:latin typeface="FS PF BeauSans Pro Bold" panose="02000500000000020004" pitchFamily="2" charset="0"/>
                <a:ea typeface="Roboto Cn" pitchFamily="2" charset="0"/>
                <a:cs typeface="Sarabun" pitchFamily="2" charset="-34"/>
              </a:rPr>
            </a:br>
            <a:r>
              <a:rPr lang="en-US" sz="4400" dirty="0">
                <a:solidFill>
                  <a:schemeClr val="bg1"/>
                </a:solidFill>
                <a:latin typeface="FS PF BeauSans Pro Bold" panose="02000500000000020004" pitchFamily="2" charset="0"/>
                <a:ea typeface="Roboto Cn" pitchFamily="2" charset="0"/>
                <a:cs typeface="Sarabun" pitchFamily="2" charset="-34"/>
              </a:rPr>
              <a:t>ĐỀ TÀI/DỰ ÁN</a:t>
            </a:r>
          </a:p>
        </p:txBody>
      </p:sp>
      <p:pic>
        <p:nvPicPr>
          <p:cNvPr id="37" name="Picture 36">
            <a:extLst>
              <a:ext uri="{FF2B5EF4-FFF2-40B4-BE49-F238E27FC236}">
                <a16:creationId xmlns:a16="http://schemas.microsoft.com/office/drawing/2014/main" id="{BFA9D9B1-D779-6F14-C0E6-6DD2BBBA3569}"/>
              </a:ext>
            </a:extLst>
          </p:cNvPr>
          <p:cNvPicPr>
            <a:picLocks noChangeAspect="1"/>
          </p:cNvPicPr>
          <p:nvPr/>
        </p:nvPicPr>
        <p:blipFill rotWithShape="1">
          <a:blip r:embed="rId3" cstate="email">
            <a:extLst>
              <a:ext uri="{28A0092B-C50C-407E-A947-70E740481C1C}">
                <a14:useLocalDpi xmlns:a14="http://schemas.microsoft.com/office/drawing/2010/main" val="0"/>
              </a:ext>
            </a:extLst>
          </a:blip>
          <a:srcRect l="2082" r="1183" b="2788"/>
          <a:stretch>
            <a:fillRect/>
          </a:stretch>
        </p:blipFill>
        <p:spPr>
          <a:xfrm>
            <a:off x="4940752" y="1135828"/>
            <a:ext cx="2340000" cy="1021051"/>
          </a:xfrm>
          <a:prstGeom prst="rect">
            <a:avLst/>
          </a:prstGeom>
        </p:spPr>
      </p:pic>
      <p:sp>
        <p:nvSpPr>
          <p:cNvPr id="49" name="Rectangle 2">
            <a:extLst>
              <a:ext uri="{FF2B5EF4-FFF2-40B4-BE49-F238E27FC236}">
                <a16:creationId xmlns:a16="http://schemas.microsoft.com/office/drawing/2014/main" id="{1F6BE12E-D7BB-2E41-6CF8-D6305DC94B1A}"/>
              </a:ext>
            </a:extLst>
          </p:cNvPr>
          <p:cNvSpPr txBox="1">
            <a:spLocks noChangeArrowheads="1"/>
          </p:cNvSpPr>
          <p:nvPr/>
        </p:nvSpPr>
        <p:spPr bwMode="auto">
          <a:xfrm>
            <a:off x="1588" y="6128426"/>
            <a:ext cx="12189619" cy="5882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2400">
                <a:solidFill>
                  <a:schemeClr val="tx1"/>
                </a:solidFill>
                <a:latin typeface="Calibri" panose="020F0502020204030204" pitchFamily="34" charset="0"/>
                <a:ea typeface="MS PGothic" panose="020B0600070205080204" pitchFamily="34" charset="-128"/>
              </a:defRPr>
            </a:lvl1pPr>
            <a:lvl2pPr marL="742950" indent="-285750">
              <a:spcBef>
                <a:spcPct val="20000"/>
              </a:spcBef>
              <a:buFont typeface="Arial" panose="020B0604020202020204" pitchFamily="34" charset="0"/>
              <a:buChar char="–"/>
              <a:defRPr sz="2100">
                <a:solidFill>
                  <a:schemeClr val="tx1"/>
                </a:solidFill>
                <a:latin typeface="Calibri" panose="020F0502020204030204" pitchFamily="34" charset="0"/>
                <a:ea typeface="MS PGothic" panose="020B0600070205080204" pitchFamily="34" charset="-128"/>
              </a:defRPr>
            </a:lvl2pPr>
            <a:lvl3pPr marL="1143000" indent="-228600">
              <a:spcBef>
                <a:spcPct val="20000"/>
              </a:spcBef>
              <a:buFont typeface="Arial" panose="020B0604020202020204" pitchFamily="34" charset="0"/>
              <a:buChar char="•"/>
              <a:defRPr>
                <a:solidFill>
                  <a:schemeClr val="tx1"/>
                </a:solidFill>
                <a:latin typeface="Calibri" panose="020F0502020204030204" pitchFamily="34" charset="0"/>
                <a:ea typeface="MS PGothic" panose="020B0600070205080204" pitchFamily="34" charset="-128"/>
              </a:defRPr>
            </a:lvl3pPr>
            <a:lvl4pPr marL="1600200" indent="-228600">
              <a:spcBef>
                <a:spcPct val="20000"/>
              </a:spcBef>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4pPr>
            <a:lvl5pPr marL="2057400" indent="-228600">
              <a:spcBef>
                <a:spcPct val="20000"/>
              </a:spcBef>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1500">
                <a:solidFill>
                  <a:schemeClr val="tx1"/>
                </a:solidFill>
                <a:latin typeface="Calibri" panose="020F0502020204030204" pitchFamily="34" charset="0"/>
                <a:ea typeface="MS PGothic" panose="020B0600070205080204" pitchFamily="34" charset="-128"/>
              </a:defRPr>
            </a:lvl9pPr>
          </a:lstStyle>
          <a:p>
            <a:pPr algn="ctr">
              <a:spcBef>
                <a:spcPts val="0"/>
              </a:spcBef>
              <a:buNone/>
            </a:pPr>
            <a:r>
              <a:rPr lang="en-US" altLang="en-US" sz="1600" i="1">
                <a:solidFill>
                  <a:schemeClr val="bg1"/>
                </a:solidFill>
                <a:latin typeface="FS PF BeauSans Pro" panose="02000500000000020004" pitchFamily="2" charset="0"/>
                <a:ea typeface="Roboto" pitchFamily="2" charset="0"/>
                <a:cs typeface="Sarabun" pitchFamily="2" charset="-34"/>
              </a:rPr>
              <a:t>Hà Nội, tháng 12/2025</a:t>
            </a:r>
            <a:endParaRPr lang="en-US" altLang="en-US" sz="1600" i="1" dirty="0">
              <a:solidFill>
                <a:schemeClr val="bg1"/>
              </a:solidFill>
              <a:latin typeface="FS PF BeauSans Pro" panose="02000500000000020004" pitchFamily="2" charset="0"/>
              <a:ea typeface="Roboto" pitchFamily="2" charset="0"/>
              <a:cs typeface="Sarabun" pitchFamily="2" charset="-34"/>
            </a:endParaRPr>
          </a:p>
        </p:txBody>
      </p:sp>
    </p:spTree>
    <p:extLst>
      <p:ext uri="{BB962C8B-B14F-4D97-AF65-F5344CB8AC3E}">
        <p14:creationId xmlns:p14="http://schemas.microsoft.com/office/powerpoint/2010/main" val="187938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F736E9F-099F-6E49-8413-5352C763CACD}"/>
              </a:ext>
            </a:extLst>
          </p:cNvPr>
          <p:cNvSpPr txBox="1"/>
          <p:nvPr/>
        </p:nvSpPr>
        <p:spPr>
          <a:xfrm>
            <a:off x="833474" y="511469"/>
            <a:ext cx="3198311" cy="553998"/>
          </a:xfrm>
          <a:prstGeom prst="rect">
            <a:avLst/>
          </a:prstGeom>
          <a:noFill/>
        </p:spPr>
        <p:txBody>
          <a:bodyPr wrap="none" rtlCol="0">
            <a:spAutoFit/>
          </a:bodyPr>
          <a:lstStyle/>
          <a:p>
            <a:pPr algn="ctr"/>
            <a:r>
              <a:rPr lang="en-US" sz="3000" dirty="0">
                <a:solidFill>
                  <a:srgbClr val="ED1B2F"/>
                </a:solidFill>
                <a:latin typeface="FS PF BeauSans Pro" panose="02000500000000020004" pitchFamily="2" charset="0"/>
                <a:cs typeface="Sarabun" pitchFamily="2" charset="-34"/>
              </a:rPr>
              <a:t>NỘI DUNG CHÍNH</a:t>
            </a:r>
          </a:p>
        </p:txBody>
      </p:sp>
      <p:grpSp>
        <p:nvGrpSpPr>
          <p:cNvPr id="2" name="Group 1">
            <a:extLst>
              <a:ext uri="{FF2B5EF4-FFF2-40B4-BE49-F238E27FC236}">
                <a16:creationId xmlns:a16="http://schemas.microsoft.com/office/drawing/2014/main" id="{5EA37188-1EF9-7B4D-51B4-2DA7ACFC228C}"/>
              </a:ext>
            </a:extLst>
          </p:cNvPr>
          <p:cNvGrpSpPr/>
          <p:nvPr/>
        </p:nvGrpSpPr>
        <p:grpSpPr>
          <a:xfrm>
            <a:off x="833474" y="1650491"/>
            <a:ext cx="7821519" cy="625361"/>
            <a:chOff x="746847" y="1708632"/>
            <a:chExt cx="7821519" cy="625361"/>
          </a:xfrm>
        </p:grpSpPr>
        <p:grpSp>
          <p:nvGrpSpPr>
            <p:cNvPr id="6" name="Nhóm 68">
              <a:extLst>
                <a:ext uri="{FF2B5EF4-FFF2-40B4-BE49-F238E27FC236}">
                  <a16:creationId xmlns:a16="http://schemas.microsoft.com/office/drawing/2014/main" id="{598457F2-449B-26A4-E771-0E77AEA79D11}"/>
                </a:ext>
              </a:extLst>
            </p:cNvPr>
            <p:cNvGrpSpPr/>
            <p:nvPr/>
          </p:nvGrpSpPr>
          <p:grpSpPr>
            <a:xfrm>
              <a:off x="1744620" y="1841918"/>
              <a:ext cx="6703416" cy="475519"/>
              <a:chOff x="3016935" y="1403691"/>
              <a:chExt cx="6202927" cy="598769"/>
            </a:xfrm>
            <a:solidFill>
              <a:srgbClr val="EE0033"/>
            </a:solidFill>
          </p:grpSpPr>
          <p:sp>
            <p:nvSpPr>
              <p:cNvPr id="12" name="Hình chữ nhật 70">
                <a:extLst>
                  <a:ext uri="{FF2B5EF4-FFF2-40B4-BE49-F238E27FC236}">
                    <a16:creationId xmlns:a16="http://schemas.microsoft.com/office/drawing/2014/main" id="{97B3043C-B50D-C8B4-A211-8C750C50B69D}"/>
                  </a:ext>
                </a:extLst>
              </p:cNvPr>
              <p:cNvSpPr/>
              <p:nvPr/>
            </p:nvSpPr>
            <p:spPr>
              <a:xfrm>
                <a:off x="3016935" y="1713618"/>
                <a:ext cx="3076575" cy="28873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sp>
            <p:nvSpPr>
              <p:cNvPr id="13" name="Hình chữ nhật: Góc Tròn 71">
                <a:extLst>
                  <a:ext uri="{FF2B5EF4-FFF2-40B4-BE49-F238E27FC236}">
                    <a16:creationId xmlns:a16="http://schemas.microsoft.com/office/drawing/2014/main" id="{A9E82E86-2245-977E-5F2E-2B13ECB9716E}"/>
                  </a:ext>
                </a:extLst>
              </p:cNvPr>
              <p:cNvSpPr/>
              <p:nvPr/>
            </p:nvSpPr>
            <p:spPr>
              <a:xfrm>
                <a:off x="3016935" y="1403691"/>
                <a:ext cx="6202927" cy="598769"/>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grpSp>
        <p:grpSp>
          <p:nvGrpSpPr>
            <p:cNvPr id="7" name="Nhóm 65">
              <a:extLst>
                <a:ext uri="{FF2B5EF4-FFF2-40B4-BE49-F238E27FC236}">
                  <a16:creationId xmlns:a16="http://schemas.microsoft.com/office/drawing/2014/main" id="{B858AFD4-9389-C107-E3ED-2BEC3F4F2449}"/>
                </a:ext>
              </a:extLst>
            </p:cNvPr>
            <p:cNvGrpSpPr/>
            <p:nvPr/>
          </p:nvGrpSpPr>
          <p:grpSpPr>
            <a:xfrm>
              <a:off x="746847" y="1708632"/>
              <a:ext cx="738384" cy="625361"/>
              <a:chOff x="1515799" y="2034328"/>
              <a:chExt cx="917685" cy="787448"/>
            </a:xfrm>
            <a:solidFill>
              <a:srgbClr val="EE0033"/>
            </a:solidFill>
          </p:grpSpPr>
          <p:sp>
            <p:nvSpPr>
              <p:cNvPr id="10" name="Hình chữ nhật 66">
                <a:extLst>
                  <a:ext uri="{FF2B5EF4-FFF2-40B4-BE49-F238E27FC236}">
                    <a16:creationId xmlns:a16="http://schemas.microsoft.com/office/drawing/2014/main" id="{2D025CFD-9675-1B1A-E1FB-B7CB9E5FEC53}"/>
                  </a:ext>
                </a:extLst>
              </p:cNvPr>
              <p:cNvSpPr/>
              <p:nvPr/>
            </p:nvSpPr>
            <p:spPr>
              <a:xfrm>
                <a:off x="1956288" y="2477729"/>
                <a:ext cx="477195" cy="34404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sp>
            <p:nvSpPr>
              <p:cNvPr id="11" name="Hình chữ nhật: Góc Tròn 67">
                <a:extLst>
                  <a:ext uri="{FF2B5EF4-FFF2-40B4-BE49-F238E27FC236}">
                    <a16:creationId xmlns:a16="http://schemas.microsoft.com/office/drawing/2014/main" id="{E3A446A7-588D-CCCF-6FAE-9E90131A1521}"/>
                  </a:ext>
                </a:extLst>
              </p:cNvPr>
              <p:cNvSpPr/>
              <p:nvPr/>
            </p:nvSpPr>
            <p:spPr>
              <a:xfrm>
                <a:off x="1515799" y="2034328"/>
                <a:ext cx="917685" cy="787448"/>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grpSp>
        <p:sp>
          <p:nvSpPr>
            <p:cNvPr id="8" name="Hộp Văn bản 72">
              <a:extLst>
                <a:ext uri="{FF2B5EF4-FFF2-40B4-BE49-F238E27FC236}">
                  <a16:creationId xmlns:a16="http://schemas.microsoft.com/office/drawing/2014/main" id="{DDDE03B0-EC1F-6644-0724-41B1D923EE38}"/>
                </a:ext>
              </a:extLst>
            </p:cNvPr>
            <p:cNvSpPr txBox="1"/>
            <p:nvPr/>
          </p:nvSpPr>
          <p:spPr>
            <a:xfrm>
              <a:off x="978946" y="1759702"/>
              <a:ext cx="286335" cy="523220"/>
            </a:xfrm>
            <a:prstGeom prst="rect">
              <a:avLst/>
            </a:prstGeom>
            <a:noFill/>
          </p:spPr>
          <p:txBody>
            <a:bodyPr wrap="square" rtlCol="0">
              <a:spAutoFit/>
            </a:bodyPr>
            <a:lstStyle/>
            <a:p>
              <a:pPr algn="ctr"/>
              <a:r>
                <a:rPr lang="en-US" sz="2800">
                  <a:solidFill>
                    <a:schemeClr val="bg1"/>
                  </a:solidFill>
                  <a:latin typeface="FS PF BeauSans Pro" panose="02000500000000020004" pitchFamily="2" charset="0"/>
                  <a:ea typeface="Tahoma" panose="020B0604030504040204" pitchFamily="34" charset="0"/>
                  <a:cs typeface="Sarabun" pitchFamily="2" charset="-34"/>
                </a:rPr>
                <a:t>I</a:t>
              </a:r>
            </a:p>
          </p:txBody>
        </p:sp>
        <p:sp>
          <p:nvSpPr>
            <p:cNvPr id="14" name="TextBox 13">
              <a:extLst>
                <a:ext uri="{FF2B5EF4-FFF2-40B4-BE49-F238E27FC236}">
                  <a16:creationId xmlns:a16="http://schemas.microsoft.com/office/drawing/2014/main" id="{4121EEE6-A4FD-E0B5-566A-2A0FFA177ABA}"/>
                </a:ext>
              </a:extLst>
            </p:cNvPr>
            <p:cNvSpPr txBox="1"/>
            <p:nvPr/>
          </p:nvSpPr>
          <p:spPr>
            <a:xfrm>
              <a:off x="2029446" y="1879622"/>
              <a:ext cx="6538920" cy="400110"/>
            </a:xfrm>
            <a:prstGeom prst="rect">
              <a:avLst/>
            </a:prstGeom>
            <a:noFill/>
          </p:spPr>
          <p:txBody>
            <a:bodyPr wrap="square" rtlCol="0">
              <a:spAutoFit/>
            </a:bodyPr>
            <a:lstStyle>
              <a:defPPr>
                <a:defRPr lang="en-US"/>
              </a:defPPr>
              <a:lvl1pPr>
                <a:defRPr sz="1400">
                  <a:solidFill>
                    <a:schemeClr val="bg1"/>
                  </a:solidFill>
                  <a:latin typeface="Arial" panose="020B0604020202020204" pitchFamily="34" charset="0"/>
                  <a:ea typeface="Tahoma" panose="020B0604030504040204" pitchFamily="34" charset="0"/>
                  <a:cs typeface="Arial" panose="020B0604020202020204" pitchFamily="34" charset="0"/>
                </a:defRPr>
              </a:lvl1pPr>
            </a:lstStyle>
            <a:p>
              <a:r>
                <a:rPr lang="en-GB" sz="2000">
                  <a:latin typeface="FS PF BeauSans Pro" panose="02000500000000020004" pitchFamily="2" charset="0"/>
                  <a:cs typeface="Sarabun" pitchFamily="2" charset="-34"/>
                </a:rPr>
                <a:t>INCIDIDUNT SUNT OCCAECAT SUNT</a:t>
              </a:r>
              <a:endParaRPr lang="vi-VN" sz="2000" dirty="0">
                <a:latin typeface="FS PF BeauSans Pro" panose="02000500000000020004" pitchFamily="2" charset="0"/>
                <a:cs typeface="Sarabun" pitchFamily="2" charset="-34"/>
              </a:endParaRPr>
            </a:p>
          </p:txBody>
        </p:sp>
      </p:grpSp>
      <p:grpSp>
        <p:nvGrpSpPr>
          <p:cNvPr id="5" name="Group 4">
            <a:extLst>
              <a:ext uri="{FF2B5EF4-FFF2-40B4-BE49-F238E27FC236}">
                <a16:creationId xmlns:a16="http://schemas.microsoft.com/office/drawing/2014/main" id="{A89B22FB-1DCD-10C8-9F71-CAC3540B2AE9}"/>
              </a:ext>
            </a:extLst>
          </p:cNvPr>
          <p:cNvGrpSpPr/>
          <p:nvPr/>
        </p:nvGrpSpPr>
        <p:grpSpPr>
          <a:xfrm>
            <a:off x="833474" y="2441352"/>
            <a:ext cx="7823791" cy="625361"/>
            <a:chOff x="746847" y="2556526"/>
            <a:chExt cx="7823791" cy="625361"/>
          </a:xfrm>
        </p:grpSpPr>
        <p:grpSp>
          <p:nvGrpSpPr>
            <p:cNvPr id="17" name="Nhóm 68">
              <a:extLst>
                <a:ext uri="{FF2B5EF4-FFF2-40B4-BE49-F238E27FC236}">
                  <a16:creationId xmlns:a16="http://schemas.microsoft.com/office/drawing/2014/main" id="{5C652F26-829B-4D10-EF67-43E291B51C95}"/>
                </a:ext>
              </a:extLst>
            </p:cNvPr>
            <p:cNvGrpSpPr/>
            <p:nvPr/>
          </p:nvGrpSpPr>
          <p:grpSpPr>
            <a:xfrm>
              <a:off x="1744620" y="2687690"/>
              <a:ext cx="6703417" cy="475519"/>
              <a:chOff x="3016935" y="1403691"/>
              <a:chExt cx="6202927" cy="598769"/>
            </a:xfrm>
            <a:solidFill>
              <a:schemeClr val="bg1">
                <a:lumMod val="50000"/>
              </a:schemeClr>
            </a:solidFill>
          </p:grpSpPr>
          <p:sp>
            <p:nvSpPr>
              <p:cNvPr id="23" name="Hình chữ nhật 70">
                <a:extLst>
                  <a:ext uri="{FF2B5EF4-FFF2-40B4-BE49-F238E27FC236}">
                    <a16:creationId xmlns:a16="http://schemas.microsoft.com/office/drawing/2014/main" id="{97DA6A47-26AD-23A2-C7FC-223B5CE6BBF4}"/>
                  </a:ext>
                </a:extLst>
              </p:cNvPr>
              <p:cNvSpPr/>
              <p:nvPr/>
            </p:nvSpPr>
            <p:spPr>
              <a:xfrm>
                <a:off x="3016935" y="1713618"/>
                <a:ext cx="3076575" cy="28873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sp>
            <p:nvSpPr>
              <p:cNvPr id="24" name="Hình chữ nhật: Góc Tròn 71">
                <a:extLst>
                  <a:ext uri="{FF2B5EF4-FFF2-40B4-BE49-F238E27FC236}">
                    <a16:creationId xmlns:a16="http://schemas.microsoft.com/office/drawing/2014/main" id="{B466C559-486D-60C4-F7F8-8E5C449442A4}"/>
                  </a:ext>
                </a:extLst>
              </p:cNvPr>
              <p:cNvSpPr/>
              <p:nvPr/>
            </p:nvSpPr>
            <p:spPr>
              <a:xfrm>
                <a:off x="3016935" y="1403691"/>
                <a:ext cx="6202927" cy="598769"/>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grpSp>
        <p:grpSp>
          <p:nvGrpSpPr>
            <p:cNvPr id="18" name="Nhóm 65">
              <a:extLst>
                <a:ext uri="{FF2B5EF4-FFF2-40B4-BE49-F238E27FC236}">
                  <a16:creationId xmlns:a16="http://schemas.microsoft.com/office/drawing/2014/main" id="{07BC8D33-A4A8-1F52-D670-29BA1DD62DFF}"/>
                </a:ext>
              </a:extLst>
            </p:cNvPr>
            <p:cNvGrpSpPr/>
            <p:nvPr/>
          </p:nvGrpSpPr>
          <p:grpSpPr>
            <a:xfrm>
              <a:off x="746847" y="2556526"/>
              <a:ext cx="738384" cy="625361"/>
              <a:chOff x="1515799" y="2034328"/>
              <a:chExt cx="917685" cy="787448"/>
            </a:xfrm>
            <a:solidFill>
              <a:schemeClr val="bg1">
                <a:lumMod val="50000"/>
              </a:schemeClr>
            </a:solidFill>
          </p:grpSpPr>
          <p:sp>
            <p:nvSpPr>
              <p:cNvPr id="21" name="Hình chữ nhật 66">
                <a:extLst>
                  <a:ext uri="{FF2B5EF4-FFF2-40B4-BE49-F238E27FC236}">
                    <a16:creationId xmlns:a16="http://schemas.microsoft.com/office/drawing/2014/main" id="{3B4E8873-C845-1A27-CB91-9E3C6C42841F}"/>
                  </a:ext>
                </a:extLst>
              </p:cNvPr>
              <p:cNvSpPr/>
              <p:nvPr/>
            </p:nvSpPr>
            <p:spPr>
              <a:xfrm>
                <a:off x="1956288" y="2477729"/>
                <a:ext cx="477195" cy="34404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sp>
            <p:nvSpPr>
              <p:cNvPr id="22" name="Hình chữ nhật: Góc Tròn 67">
                <a:extLst>
                  <a:ext uri="{FF2B5EF4-FFF2-40B4-BE49-F238E27FC236}">
                    <a16:creationId xmlns:a16="http://schemas.microsoft.com/office/drawing/2014/main" id="{6970A598-C708-9F39-4616-5B3586B98F7C}"/>
                  </a:ext>
                </a:extLst>
              </p:cNvPr>
              <p:cNvSpPr/>
              <p:nvPr/>
            </p:nvSpPr>
            <p:spPr>
              <a:xfrm>
                <a:off x="1515799" y="2034328"/>
                <a:ext cx="917685" cy="787448"/>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grpSp>
        <p:sp>
          <p:nvSpPr>
            <p:cNvPr id="19" name="Hộp Văn bản 72">
              <a:extLst>
                <a:ext uri="{FF2B5EF4-FFF2-40B4-BE49-F238E27FC236}">
                  <a16:creationId xmlns:a16="http://schemas.microsoft.com/office/drawing/2014/main" id="{3297F740-782C-DD40-B6C1-FFF0BAC49AAD}"/>
                </a:ext>
              </a:extLst>
            </p:cNvPr>
            <p:cNvSpPr txBox="1"/>
            <p:nvPr/>
          </p:nvSpPr>
          <p:spPr>
            <a:xfrm>
              <a:off x="914785" y="2607596"/>
              <a:ext cx="414656" cy="523220"/>
            </a:xfrm>
            <a:prstGeom prst="rect">
              <a:avLst/>
            </a:prstGeom>
            <a:noFill/>
          </p:spPr>
          <p:txBody>
            <a:bodyPr wrap="square" rtlCol="0">
              <a:spAutoFit/>
            </a:bodyPr>
            <a:lstStyle/>
            <a:p>
              <a:pPr algn="ctr"/>
              <a:r>
                <a:rPr lang="en-US" sz="2800">
                  <a:solidFill>
                    <a:schemeClr val="bg1"/>
                  </a:solidFill>
                  <a:latin typeface="FS PF BeauSans Pro" panose="02000500000000020004" pitchFamily="2" charset="0"/>
                  <a:ea typeface="Tahoma" panose="020B0604030504040204" pitchFamily="34" charset="0"/>
                  <a:cs typeface="Sarabun" pitchFamily="2" charset="-34"/>
                </a:rPr>
                <a:t>II</a:t>
              </a:r>
            </a:p>
          </p:txBody>
        </p:sp>
        <p:sp>
          <p:nvSpPr>
            <p:cNvPr id="25" name="TextBox 24">
              <a:extLst>
                <a:ext uri="{FF2B5EF4-FFF2-40B4-BE49-F238E27FC236}">
                  <a16:creationId xmlns:a16="http://schemas.microsoft.com/office/drawing/2014/main" id="{DDA39B1B-6626-79C5-A0A2-052065B217FC}"/>
                </a:ext>
              </a:extLst>
            </p:cNvPr>
            <p:cNvSpPr txBox="1"/>
            <p:nvPr/>
          </p:nvSpPr>
          <p:spPr>
            <a:xfrm>
              <a:off x="2029446" y="2727516"/>
              <a:ext cx="6541192" cy="400110"/>
            </a:xfrm>
            <a:prstGeom prst="rect">
              <a:avLst/>
            </a:prstGeom>
            <a:noFill/>
          </p:spPr>
          <p:txBody>
            <a:bodyPr wrap="square" rtlCol="0">
              <a:spAutoFit/>
            </a:bodyPr>
            <a:lstStyle>
              <a:defPPr>
                <a:defRPr lang="en-US"/>
              </a:defPPr>
              <a:lvl1pPr>
                <a:defRPr sz="1400">
                  <a:solidFill>
                    <a:schemeClr val="bg1"/>
                  </a:solidFill>
                  <a:latin typeface="Arial" panose="020B0604020202020204" pitchFamily="34" charset="0"/>
                  <a:ea typeface="Tahoma" panose="020B0604030504040204" pitchFamily="34" charset="0"/>
                  <a:cs typeface="Arial" panose="020B0604020202020204" pitchFamily="34" charset="0"/>
                </a:defRPr>
              </a:lvl1pPr>
            </a:lstStyle>
            <a:p>
              <a:r>
                <a:rPr lang="en-GB" sz="2000">
                  <a:latin typeface="FS PF BeauSans Pro" panose="02000500000000020004" pitchFamily="2" charset="0"/>
                  <a:cs typeface="Sarabun" pitchFamily="2" charset="-34"/>
                </a:rPr>
                <a:t>INCIDIDUNT SUNT OCCAECAT SUNT</a:t>
              </a:r>
              <a:endParaRPr lang="vi-VN" sz="2000" dirty="0">
                <a:latin typeface="FS PF BeauSans Pro" panose="02000500000000020004" pitchFamily="2" charset="0"/>
                <a:cs typeface="Sarabun" pitchFamily="2" charset="-34"/>
              </a:endParaRPr>
            </a:p>
          </p:txBody>
        </p:sp>
      </p:grpSp>
      <p:grpSp>
        <p:nvGrpSpPr>
          <p:cNvPr id="9" name="Group 8">
            <a:extLst>
              <a:ext uri="{FF2B5EF4-FFF2-40B4-BE49-F238E27FC236}">
                <a16:creationId xmlns:a16="http://schemas.microsoft.com/office/drawing/2014/main" id="{3E9E819B-C177-C0DC-CAE9-94E7612C4694}"/>
              </a:ext>
            </a:extLst>
          </p:cNvPr>
          <p:cNvGrpSpPr/>
          <p:nvPr/>
        </p:nvGrpSpPr>
        <p:grpSpPr>
          <a:xfrm>
            <a:off x="833474" y="3232213"/>
            <a:ext cx="7699237" cy="625361"/>
            <a:chOff x="746847" y="3401402"/>
            <a:chExt cx="7699237" cy="625361"/>
          </a:xfrm>
        </p:grpSpPr>
        <p:grpSp>
          <p:nvGrpSpPr>
            <p:cNvPr id="50" name="Nhóm 68">
              <a:extLst>
                <a:ext uri="{FF2B5EF4-FFF2-40B4-BE49-F238E27FC236}">
                  <a16:creationId xmlns:a16="http://schemas.microsoft.com/office/drawing/2014/main" id="{F429CBA5-EDA6-8CAF-92E2-DF34A15CB7E6}"/>
                </a:ext>
              </a:extLst>
            </p:cNvPr>
            <p:cNvGrpSpPr/>
            <p:nvPr/>
          </p:nvGrpSpPr>
          <p:grpSpPr>
            <a:xfrm>
              <a:off x="1744620" y="3533462"/>
              <a:ext cx="6701464" cy="475519"/>
              <a:chOff x="3016935" y="1403691"/>
              <a:chExt cx="6202927" cy="598769"/>
            </a:xfrm>
            <a:solidFill>
              <a:srgbClr val="EE0033"/>
            </a:solidFill>
          </p:grpSpPr>
          <p:sp>
            <p:nvSpPr>
              <p:cNvPr id="56" name="Hình chữ nhật 70">
                <a:extLst>
                  <a:ext uri="{FF2B5EF4-FFF2-40B4-BE49-F238E27FC236}">
                    <a16:creationId xmlns:a16="http://schemas.microsoft.com/office/drawing/2014/main" id="{108A2585-9566-2373-199A-85D1A68CF2B3}"/>
                  </a:ext>
                </a:extLst>
              </p:cNvPr>
              <p:cNvSpPr/>
              <p:nvPr/>
            </p:nvSpPr>
            <p:spPr>
              <a:xfrm>
                <a:off x="3016935" y="1713618"/>
                <a:ext cx="3076575" cy="28873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sp>
            <p:nvSpPr>
              <p:cNvPr id="57" name="Hình chữ nhật: Góc Tròn 71">
                <a:extLst>
                  <a:ext uri="{FF2B5EF4-FFF2-40B4-BE49-F238E27FC236}">
                    <a16:creationId xmlns:a16="http://schemas.microsoft.com/office/drawing/2014/main" id="{C1954709-F318-2A29-21AA-D937A51D9B58}"/>
                  </a:ext>
                </a:extLst>
              </p:cNvPr>
              <p:cNvSpPr/>
              <p:nvPr/>
            </p:nvSpPr>
            <p:spPr>
              <a:xfrm>
                <a:off x="3016935" y="1403691"/>
                <a:ext cx="6202927" cy="598769"/>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grpSp>
        <p:grpSp>
          <p:nvGrpSpPr>
            <p:cNvPr id="51" name="Nhóm 65">
              <a:extLst>
                <a:ext uri="{FF2B5EF4-FFF2-40B4-BE49-F238E27FC236}">
                  <a16:creationId xmlns:a16="http://schemas.microsoft.com/office/drawing/2014/main" id="{8EEC2F33-9FC0-D965-F9A0-AAF34446057A}"/>
                </a:ext>
              </a:extLst>
            </p:cNvPr>
            <p:cNvGrpSpPr/>
            <p:nvPr/>
          </p:nvGrpSpPr>
          <p:grpSpPr>
            <a:xfrm>
              <a:off x="746847" y="3401402"/>
              <a:ext cx="738169" cy="625361"/>
              <a:chOff x="1515798" y="2034328"/>
              <a:chExt cx="917685" cy="787448"/>
            </a:xfrm>
            <a:solidFill>
              <a:srgbClr val="EE0033"/>
            </a:solidFill>
          </p:grpSpPr>
          <p:sp>
            <p:nvSpPr>
              <p:cNvPr id="54" name="Hình chữ nhật 66">
                <a:extLst>
                  <a:ext uri="{FF2B5EF4-FFF2-40B4-BE49-F238E27FC236}">
                    <a16:creationId xmlns:a16="http://schemas.microsoft.com/office/drawing/2014/main" id="{5A54CC3C-112F-E7EA-52DB-D8F7BB5A7766}"/>
                  </a:ext>
                </a:extLst>
              </p:cNvPr>
              <p:cNvSpPr/>
              <p:nvPr/>
            </p:nvSpPr>
            <p:spPr>
              <a:xfrm>
                <a:off x="1956288" y="2477729"/>
                <a:ext cx="477195" cy="34404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sp>
            <p:nvSpPr>
              <p:cNvPr id="55" name="Hình chữ nhật: Góc Tròn 67">
                <a:extLst>
                  <a:ext uri="{FF2B5EF4-FFF2-40B4-BE49-F238E27FC236}">
                    <a16:creationId xmlns:a16="http://schemas.microsoft.com/office/drawing/2014/main" id="{33F38409-2A6B-BEAD-286A-7318B588F584}"/>
                  </a:ext>
                </a:extLst>
              </p:cNvPr>
              <p:cNvSpPr/>
              <p:nvPr/>
            </p:nvSpPr>
            <p:spPr>
              <a:xfrm>
                <a:off x="1515798" y="2034328"/>
                <a:ext cx="917685" cy="787448"/>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grpSp>
        <p:sp>
          <p:nvSpPr>
            <p:cNvPr id="52" name="Hộp Văn bản 72">
              <a:extLst>
                <a:ext uri="{FF2B5EF4-FFF2-40B4-BE49-F238E27FC236}">
                  <a16:creationId xmlns:a16="http://schemas.microsoft.com/office/drawing/2014/main" id="{CFBFF12E-5203-53E7-9198-D1AA9DBC2731}"/>
                </a:ext>
              </a:extLst>
            </p:cNvPr>
            <p:cNvSpPr txBox="1"/>
            <p:nvPr/>
          </p:nvSpPr>
          <p:spPr>
            <a:xfrm>
              <a:off x="848474" y="3452472"/>
              <a:ext cx="547278" cy="523220"/>
            </a:xfrm>
            <a:prstGeom prst="rect">
              <a:avLst/>
            </a:prstGeom>
            <a:noFill/>
          </p:spPr>
          <p:txBody>
            <a:bodyPr wrap="square" rtlCol="0">
              <a:spAutoFit/>
            </a:bodyPr>
            <a:lstStyle/>
            <a:p>
              <a:pPr algn="ctr"/>
              <a:r>
                <a:rPr lang="en-US" sz="2800">
                  <a:solidFill>
                    <a:schemeClr val="bg1"/>
                  </a:solidFill>
                  <a:latin typeface="FS PF BeauSans Pro" panose="02000500000000020004" pitchFamily="2" charset="0"/>
                  <a:ea typeface="Tahoma" panose="020B0604030504040204" pitchFamily="34" charset="0"/>
                  <a:cs typeface="Sarabun" pitchFamily="2" charset="-34"/>
                </a:rPr>
                <a:t>III</a:t>
              </a:r>
            </a:p>
          </p:txBody>
        </p:sp>
        <p:sp>
          <p:nvSpPr>
            <p:cNvPr id="53" name="TextBox 52">
              <a:extLst>
                <a:ext uri="{FF2B5EF4-FFF2-40B4-BE49-F238E27FC236}">
                  <a16:creationId xmlns:a16="http://schemas.microsoft.com/office/drawing/2014/main" id="{6C49B36E-5BF8-34FC-7025-13E9F36E60DD}"/>
                </a:ext>
              </a:extLst>
            </p:cNvPr>
            <p:cNvSpPr txBox="1"/>
            <p:nvPr/>
          </p:nvSpPr>
          <p:spPr>
            <a:xfrm>
              <a:off x="2029446" y="3572392"/>
              <a:ext cx="6074262" cy="400110"/>
            </a:xfrm>
            <a:prstGeom prst="rect">
              <a:avLst/>
            </a:prstGeom>
            <a:noFill/>
          </p:spPr>
          <p:txBody>
            <a:bodyPr wrap="square" rtlCol="0">
              <a:spAutoFit/>
            </a:bodyPr>
            <a:lstStyle/>
            <a:p>
              <a:r>
                <a:rPr lang="en-GB" sz="2000">
                  <a:solidFill>
                    <a:schemeClr val="bg1"/>
                  </a:solidFill>
                  <a:latin typeface="FS PF BeauSans Pro" panose="02000500000000020004" pitchFamily="2" charset="0"/>
                  <a:ea typeface="Tahoma" panose="020B0604030504040204" pitchFamily="34" charset="0"/>
                  <a:cs typeface="Sarabun" pitchFamily="2" charset="-34"/>
                </a:rPr>
                <a:t>INCIDIDUNT SUNT OCCAECAT SUNT</a:t>
              </a:r>
              <a:endParaRPr lang="vi-VN" sz="2000" dirty="0">
                <a:solidFill>
                  <a:schemeClr val="bg1"/>
                </a:solidFill>
                <a:latin typeface="FS PF BeauSans Pro" panose="02000500000000020004" pitchFamily="2" charset="0"/>
                <a:ea typeface="Tahoma" panose="020B0604030504040204" pitchFamily="34" charset="0"/>
                <a:cs typeface="Sarabun" pitchFamily="2" charset="-34"/>
              </a:endParaRPr>
            </a:p>
          </p:txBody>
        </p:sp>
      </p:grpSp>
      <p:grpSp>
        <p:nvGrpSpPr>
          <p:cNvPr id="15" name="Group 14">
            <a:extLst>
              <a:ext uri="{FF2B5EF4-FFF2-40B4-BE49-F238E27FC236}">
                <a16:creationId xmlns:a16="http://schemas.microsoft.com/office/drawing/2014/main" id="{10C06487-53D0-66A8-C437-6CF4DBC52F3B}"/>
              </a:ext>
            </a:extLst>
          </p:cNvPr>
          <p:cNvGrpSpPr/>
          <p:nvPr/>
        </p:nvGrpSpPr>
        <p:grpSpPr>
          <a:xfrm>
            <a:off x="833474" y="4023074"/>
            <a:ext cx="7701189" cy="625361"/>
            <a:chOff x="746847" y="4246716"/>
            <a:chExt cx="7701189" cy="625361"/>
          </a:xfrm>
        </p:grpSpPr>
        <p:grpSp>
          <p:nvGrpSpPr>
            <p:cNvPr id="38" name="Nhóm 68">
              <a:extLst>
                <a:ext uri="{FF2B5EF4-FFF2-40B4-BE49-F238E27FC236}">
                  <a16:creationId xmlns:a16="http://schemas.microsoft.com/office/drawing/2014/main" id="{6E06AAE2-EEAB-4A4D-B093-7D720C299DE6}"/>
                </a:ext>
              </a:extLst>
            </p:cNvPr>
            <p:cNvGrpSpPr/>
            <p:nvPr/>
          </p:nvGrpSpPr>
          <p:grpSpPr>
            <a:xfrm>
              <a:off x="1744620" y="4379234"/>
              <a:ext cx="6703416" cy="475519"/>
              <a:chOff x="3016935" y="1403691"/>
              <a:chExt cx="6202927" cy="598769"/>
            </a:xfrm>
            <a:solidFill>
              <a:schemeClr val="bg1">
                <a:lumMod val="50000"/>
              </a:schemeClr>
            </a:solidFill>
          </p:grpSpPr>
          <p:sp>
            <p:nvSpPr>
              <p:cNvPr id="44" name="Hình chữ nhật 70">
                <a:extLst>
                  <a:ext uri="{FF2B5EF4-FFF2-40B4-BE49-F238E27FC236}">
                    <a16:creationId xmlns:a16="http://schemas.microsoft.com/office/drawing/2014/main" id="{41878C25-D517-4E62-B022-48A4DCB3ED77}"/>
                  </a:ext>
                </a:extLst>
              </p:cNvPr>
              <p:cNvSpPr/>
              <p:nvPr/>
            </p:nvSpPr>
            <p:spPr>
              <a:xfrm>
                <a:off x="3016935" y="1713618"/>
                <a:ext cx="3076575" cy="28873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sp>
            <p:nvSpPr>
              <p:cNvPr id="45" name="Hình chữ nhật: Góc Tròn 71">
                <a:extLst>
                  <a:ext uri="{FF2B5EF4-FFF2-40B4-BE49-F238E27FC236}">
                    <a16:creationId xmlns:a16="http://schemas.microsoft.com/office/drawing/2014/main" id="{B1E21761-E996-4542-9B95-334C9C7CA99A}"/>
                  </a:ext>
                </a:extLst>
              </p:cNvPr>
              <p:cNvSpPr/>
              <p:nvPr/>
            </p:nvSpPr>
            <p:spPr>
              <a:xfrm>
                <a:off x="3016935" y="1403691"/>
                <a:ext cx="6202927" cy="598769"/>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grpSp>
        <p:grpSp>
          <p:nvGrpSpPr>
            <p:cNvPr id="39" name="Nhóm 65">
              <a:extLst>
                <a:ext uri="{FF2B5EF4-FFF2-40B4-BE49-F238E27FC236}">
                  <a16:creationId xmlns:a16="http://schemas.microsoft.com/office/drawing/2014/main" id="{C10644CA-D855-43A8-9C43-5F5728EEBF4C}"/>
                </a:ext>
              </a:extLst>
            </p:cNvPr>
            <p:cNvGrpSpPr/>
            <p:nvPr/>
          </p:nvGrpSpPr>
          <p:grpSpPr>
            <a:xfrm>
              <a:off x="746847" y="4246716"/>
              <a:ext cx="738384" cy="625361"/>
              <a:chOff x="1515799" y="2034328"/>
              <a:chExt cx="917685" cy="787448"/>
            </a:xfrm>
            <a:solidFill>
              <a:schemeClr val="bg1">
                <a:lumMod val="50000"/>
              </a:schemeClr>
            </a:solidFill>
          </p:grpSpPr>
          <p:sp>
            <p:nvSpPr>
              <p:cNvPr id="42" name="Hình chữ nhật 66">
                <a:extLst>
                  <a:ext uri="{FF2B5EF4-FFF2-40B4-BE49-F238E27FC236}">
                    <a16:creationId xmlns:a16="http://schemas.microsoft.com/office/drawing/2014/main" id="{4A05B7B7-C91B-4A33-8067-3F23E86AB86E}"/>
                  </a:ext>
                </a:extLst>
              </p:cNvPr>
              <p:cNvSpPr/>
              <p:nvPr/>
            </p:nvSpPr>
            <p:spPr>
              <a:xfrm>
                <a:off x="1956288" y="2477729"/>
                <a:ext cx="477195" cy="34404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sp>
            <p:nvSpPr>
              <p:cNvPr id="43" name="Hình chữ nhật: Góc Tròn 67">
                <a:extLst>
                  <a:ext uri="{FF2B5EF4-FFF2-40B4-BE49-F238E27FC236}">
                    <a16:creationId xmlns:a16="http://schemas.microsoft.com/office/drawing/2014/main" id="{AC1F45F8-38B9-48A8-BBD9-E0F70005A912}"/>
                  </a:ext>
                </a:extLst>
              </p:cNvPr>
              <p:cNvSpPr/>
              <p:nvPr/>
            </p:nvSpPr>
            <p:spPr>
              <a:xfrm>
                <a:off x="1515799" y="2034328"/>
                <a:ext cx="917685" cy="787448"/>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grpSp>
        <p:sp>
          <p:nvSpPr>
            <p:cNvPr id="40" name="Hộp Văn bản 72">
              <a:extLst>
                <a:ext uri="{FF2B5EF4-FFF2-40B4-BE49-F238E27FC236}">
                  <a16:creationId xmlns:a16="http://schemas.microsoft.com/office/drawing/2014/main" id="{37CC97C5-B6E6-4582-A005-B216F391446F}"/>
                </a:ext>
              </a:extLst>
            </p:cNvPr>
            <p:cNvSpPr txBox="1"/>
            <p:nvPr/>
          </p:nvSpPr>
          <p:spPr>
            <a:xfrm>
              <a:off x="843516" y="4297786"/>
              <a:ext cx="557195" cy="523220"/>
            </a:xfrm>
            <a:prstGeom prst="rect">
              <a:avLst/>
            </a:prstGeom>
            <a:noFill/>
          </p:spPr>
          <p:txBody>
            <a:bodyPr wrap="square" rtlCol="0">
              <a:spAutoFit/>
            </a:bodyPr>
            <a:lstStyle/>
            <a:p>
              <a:pPr algn="ctr"/>
              <a:r>
                <a:rPr lang="en-US" sz="2800">
                  <a:solidFill>
                    <a:schemeClr val="bg1"/>
                  </a:solidFill>
                  <a:latin typeface="FS PF BeauSans Pro" panose="02000500000000020004" pitchFamily="2" charset="0"/>
                  <a:ea typeface="Tahoma" panose="020B0604030504040204" pitchFamily="34" charset="0"/>
                  <a:cs typeface="Sarabun" pitchFamily="2" charset="-34"/>
                </a:rPr>
                <a:t>IV</a:t>
              </a:r>
            </a:p>
          </p:txBody>
        </p:sp>
        <p:sp>
          <p:nvSpPr>
            <p:cNvPr id="46" name="TextBox 45">
              <a:extLst>
                <a:ext uri="{FF2B5EF4-FFF2-40B4-BE49-F238E27FC236}">
                  <a16:creationId xmlns:a16="http://schemas.microsoft.com/office/drawing/2014/main" id="{92323AA9-1C20-4083-AAD8-0357F4329686}"/>
                </a:ext>
              </a:extLst>
            </p:cNvPr>
            <p:cNvSpPr txBox="1"/>
            <p:nvPr/>
          </p:nvSpPr>
          <p:spPr>
            <a:xfrm>
              <a:off x="2029446" y="4417706"/>
              <a:ext cx="6074261" cy="400110"/>
            </a:xfrm>
            <a:prstGeom prst="rect">
              <a:avLst/>
            </a:prstGeom>
            <a:noFill/>
          </p:spPr>
          <p:txBody>
            <a:bodyPr wrap="square" rtlCol="0">
              <a:spAutoFit/>
            </a:bodyPr>
            <a:lstStyle/>
            <a:p>
              <a:r>
                <a:rPr lang="en-GB" sz="2000">
                  <a:solidFill>
                    <a:schemeClr val="bg1"/>
                  </a:solidFill>
                  <a:latin typeface="FS PF BeauSans Pro" panose="02000500000000020004" pitchFamily="2" charset="0"/>
                  <a:ea typeface="Tahoma" panose="020B0604030504040204" pitchFamily="34" charset="0"/>
                  <a:cs typeface="Sarabun" pitchFamily="2" charset="-34"/>
                </a:rPr>
                <a:t>INCIDIDUNT SUNT OCCAECAT SUNT</a:t>
              </a:r>
              <a:endParaRPr lang="vi-VN" sz="2000" dirty="0">
                <a:solidFill>
                  <a:schemeClr val="bg1"/>
                </a:solidFill>
                <a:latin typeface="FS PF BeauSans Pro" panose="02000500000000020004" pitchFamily="2" charset="0"/>
                <a:ea typeface="Tahoma" panose="020B0604030504040204" pitchFamily="34" charset="0"/>
                <a:cs typeface="Sarabun" pitchFamily="2" charset="-34"/>
              </a:endParaRPr>
            </a:p>
          </p:txBody>
        </p:sp>
      </p:grpSp>
      <p:grpSp>
        <p:nvGrpSpPr>
          <p:cNvPr id="16" name="Group 15">
            <a:extLst>
              <a:ext uri="{FF2B5EF4-FFF2-40B4-BE49-F238E27FC236}">
                <a16:creationId xmlns:a16="http://schemas.microsoft.com/office/drawing/2014/main" id="{3776955D-9930-601F-C9DC-F3915057DAC6}"/>
              </a:ext>
            </a:extLst>
          </p:cNvPr>
          <p:cNvGrpSpPr/>
          <p:nvPr/>
        </p:nvGrpSpPr>
        <p:grpSpPr>
          <a:xfrm>
            <a:off x="833474" y="4813935"/>
            <a:ext cx="7699237" cy="625361"/>
            <a:chOff x="746847" y="5091722"/>
            <a:chExt cx="7699237" cy="625361"/>
          </a:xfrm>
        </p:grpSpPr>
        <p:grpSp>
          <p:nvGrpSpPr>
            <p:cNvPr id="59" name="Nhóm 68">
              <a:extLst>
                <a:ext uri="{FF2B5EF4-FFF2-40B4-BE49-F238E27FC236}">
                  <a16:creationId xmlns:a16="http://schemas.microsoft.com/office/drawing/2014/main" id="{65EF6E22-0967-4562-994B-2BDFAD62F74E}"/>
                </a:ext>
              </a:extLst>
            </p:cNvPr>
            <p:cNvGrpSpPr/>
            <p:nvPr/>
          </p:nvGrpSpPr>
          <p:grpSpPr>
            <a:xfrm>
              <a:off x="1744620" y="5225008"/>
              <a:ext cx="6701464" cy="475519"/>
              <a:chOff x="3016935" y="1403691"/>
              <a:chExt cx="6202927" cy="598769"/>
            </a:xfrm>
            <a:solidFill>
              <a:srgbClr val="EE0033"/>
            </a:solidFill>
          </p:grpSpPr>
          <p:sp>
            <p:nvSpPr>
              <p:cNvPr id="65" name="Hình chữ nhật 70">
                <a:extLst>
                  <a:ext uri="{FF2B5EF4-FFF2-40B4-BE49-F238E27FC236}">
                    <a16:creationId xmlns:a16="http://schemas.microsoft.com/office/drawing/2014/main" id="{C0CBB083-94AA-4557-8F76-0EF0FE4E0887}"/>
                  </a:ext>
                </a:extLst>
              </p:cNvPr>
              <p:cNvSpPr/>
              <p:nvPr/>
            </p:nvSpPr>
            <p:spPr>
              <a:xfrm>
                <a:off x="3016935" y="1713618"/>
                <a:ext cx="3076575" cy="28873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sp>
            <p:nvSpPr>
              <p:cNvPr id="66" name="Hình chữ nhật: Góc Tròn 71">
                <a:extLst>
                  <a:ext uri="{FF2B5EF4-FFF2-40B4-BE49-F238E27FC236}">
                    <a16:creationId xmlns:a16="http://schemas.microsoft.com/office/drawing/2014/main" id="{20B248DC-FDCF-4ED3-BDCB-8844900AAC01}"/>
                  </a:ext>
                </a:extLst>
              </p:cNvPr>
              <p:cNvSpPr/>
              <p:nvPr/>
            </p:nvSpPr>
            <p:spPr>
              <a:xfrm>
                <a:off x="3016935" y="1403691"/>
                <a:ext cx="6202927" cy="598769"/>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00">
                  <a:solidFill>
                    <a:srgbClr val="ED1B2F"/>
                  </a:solidFill>
                  <a:latin typeface="Roboto" panose="02000000000000000000" pitchFamily="2" charset="0"/>
                  <a:ea typeface="Tahoma" panose="020B0604030504040204" pitchFamily="34" charset="0"/>
                  <a:cs typeface="Sarabun" pitchFamily="2" charset="-34"/>
                </a:endParaRPr>
              </a:p>
            </p:txBody>
          </p:sp>
        </p:grpSp>
        <p:grpSp>
          <p:nvGrpSpPr>
            <p:cNvPr id="60" name="Nhóm 65">
              <a:extLst>
                <a:ext uri="{FF2B5EF4-FFF2-40B4-BE49-F238E27FC236}">
                  <a16:creationId xmlns:a16="http://schemas.microsoft.com/office/drawing/2014/main" id="{C69505A6-EF28-4D5A-8A0D-B350C69D059D}"/>
                </a:ext>
              </a:extLst>
            </p:cNvPr>
            <p:cNvGrpSpPr/>
            <p:nvPr/>
          </p:nvGrpSpPr>
          <p:grpSpPr>
            <a:xfrm>
              <a:off x="746847" y="5091722"/>
              <a:ext cx="738169" cy="625361"/>
              <a:chOff x="1515798" y="2034328"/>
              <a:chExt cx="917685" cy="787448"/>
            </a:xfrm>
            <a:solidFill>
              <a:srgbClr val="EE0033"/>
            </a:solidFill>
          </p:grpSpPr>
          <p:sp>
            <p:nvSpPr>
              <p:cNvPr id="63" name="Hình chữ nhật 66">
                <a:extLst>
                  <a:ext uri="{FF2B5EF4-FFF2-40B4-BE49-F238E27FC236}">
                    <a16:creationId xmlns:a16="http://schemas.microsoft.com/office/drawing/2014/main" id="{70C760EF-2885-4934-9A49-2ECA5171A08B}"/>
                  </a:ext>
                </a:extLst>
              </p:cNvPr>
              <p:cNvSpPr/>
              <p:nvPr/>
            </p:nvSpPr>
            <p:spPr>
              <a:xfrm>
                <a:off x="1956288" y="2477729"/>
                <a:ext cx="477195" cy="34404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sp>
            <p:nvSpPr>
              <p:cNvPr id="64" name="Hình chữ nhật: Góc Tròn 67">
                <a:extLst>
                  <a:ext uri="{FF2B5EF4-FFF2-40B4-BE49-F238E27FC236}">
                    <a16:creationId xmlns:a16="http://schemas.microsoft.com/office/drawing/2014/main" id="{E82F9108-C3D0-4DFB-A8F7-12509557ED03}"/>
                  </a:ext>
                </a:extLst>
              </p:cNvPr>
              <p:cNvSpPr/>
              <p:nvPr/>
            </p:nvSpPr>
            <p:spPr>
              <a:xfrm>
                <a:off x="1515798" y="2034328"/>
                <a:ext cx="917685" cy="787448"/>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599">
                  <a:solidFill>
                    <a:srgbClr val="ED1B2F"/>
                  </a:solidFill>
                  <a:latin typeface="Roboto" panose="02000000000000000000" pitchFamily="2" charset="0"/>
                </a:endParaRPr>
              </a:p>
            </p:txBody>
          </p:sp>
        </p:grpSp>
        <p:sp>
          <p:nvSpPr>
            <p:cNvPr id="61" name="Hộp Văn bản 72">
              <a:extLst>
                <a:ext uri="{FF2B5EF4-FFF2-40B4-BE49-F238E27FC236}">
                  <a16:creationId xmlns:a16="http://schemas.microsoft.com/office/drawing/2014/main" id="{976A4949-EF56-4944-9D91-58FD9A112841}"/>
                </a:ext>
              </a:extLst>
            </p:cNvPr>
            <p:cNvSpPr txBox="1"/>
            <p:nvPr/>
          </p:nvSpPr>
          <p:spPr>
            <a:xfrm>
              <a:off x="914785" y="5142792"/>
              <a:ext cx="414656" cy="523220"/>
            </a:xfrm>
            <a:prstGeom prst="rect">
              <a:avLst/>
            </a:prstGeom>
            <a:noFill/>
          </p:spPr>
          <p:txBody>
            <a:bodyPr wrap="square" rtlCol="0">
              <a:spAutoFit/>
            </a:bodyPr>
            <a:lstStyle/>
            <a:p>
              <a:pPr algn="ctr"/>
              <a:r>
                <a:rPr lang="en-US" sz="2800">
                  <a:solidFill>
                    <a:schemeClr val="bg1"/>
                  </a:solidFill>
                  <a:latin typeface="FS PF BeauSans Pro" panose="02000500000000020004" pitchFamily="2" charset="0"/>
                  <a:ea typeface="Tahoma" panose="020B0604030504040204" pitchFamily="34" charset="0"/>
                  <a:cs typeface="Sarabun" pitchFamily="2" charset="-34"/>
                </a:rPr>
                <a:t>V</a:t>
              </a:r>
            </a:p>
          </p:txBody>
        </p:sp>
        <p:sp>
          <p:nvSpPr>
            <p:cNvPr id="62" name="TextBox 61">
              <a:extLst>
                <a:ext uri="{FF2B5EF4-FFF2-40B4-BE49-F238E27FC236}">
                  <a16:creationId xmlns:a16="http://schemas.microsoft.com/office/drawing/2014/main" id="{F5CE805D-C2F7-44B1-91DD-7067F9AAD258}"/>
                </a:ext>
              </a:extLst>
            </p:cNvPr>
            <p:cNvSpPr txBox="1"/>
            <p:nvPr/>
          </p:nvSpPr>
          <p:spPr>
            <a:xfrm>
              <a:off x="2029446" y="5262712"/>
              <a:ext cx="6074262" cy="400110"/>
            </a:xfrm>
            <a:prstGeom prst="rect">
              <a:avLst/>
            </a:prstGeom>
            <a:noFill/>
          </p:spPr>
          <p:txBody>
            <a:bodyPr wrap="square" rtlCol="0">
              <a:spAutoFit/>
            </a:bodyPr>
            <a:lstStyle/>
            <a:p>
              <a:r>
                <a:rPr lang="en-GB" sz="2000">
                  <a:solidFill>
                    <a:schemeClr val="bg1"/>
                  </a:solidFill>
                  <a:latin typeface="FS PF BeauSans Pro" panose="02000500000000020004" pitchFamily="2" charset="0"/>
                  <a:ea typeface="Tahoma" panose="020B0604030504040204" pitchFamily="34" charset="0"/>
                  <a:cs typeface="Sarabun" pitchFamily="2" charset="-34"/>
                </a:rPr>
                <a:t>OCCAECAT SUNT</a:t>
              </a:r>
              <a:endParaRPr lang="vi-VN" sz="2000" dirty="0">
                <a:solidFill>
                  <a:schemeClr val="bg1"/>
                </a:solidFill>
                <a:latin typeface="FS PF BeauSans Pro" panose="02000500000000020004" pitchFamily="2" charset="0"/>
                <a:ea typeface="Tahoma" panose="020B0604030504040204" pitchFamily="34" charset="0"/>
                <a:cs typeface="Sarabun" pitchFamily="2" charset="-34"/>
              </a:endParaRPr>
            </a:p>
          </p:txBody>
        </p:sp>
      </p:grpSp>
    </p:spTree>
    <p:extLst>
      <p:ext uri="{BB962C8B-B14F-4D97-AF65-F5344CB8AC3E}">
        <p14:creationId xmlns:p14="http://schemas.microsoft.com/office/powerpoint/2010/main" val="2968700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Text Placeholder 5">
            <a:extLst>
              <a:ext uri="{FF2B5EF4-FFF2-40B4-BE49-F238E27FC236}">
                <a16:creationId xmlns:a16="http://schemas.microsoft.com/office/drawing/2014/main" id="{37423C9C-0455-3BC6-DE46-A583E0FFF600}"/>
              </a:ext>
            </a:extLst>
          </p:cNvPr>
          <p:cNvSpPr txBox="1">
            <a:spLocks/>
          </p:cNvSpPr>
          <p:nvPr/>
        </p:nvSpPr>
        <p:spPr>
          <a:xfrm>
            <a:off x="3050762" y="2548226"/>
            <a:ext cx="8778319" cy="914221"/>
          </a:xfrm>
          <a:prstGeom prst="rect">
            <a:avLst/>
          </a:prstGeom>
        </p:spPr>
        <p:txBody>
          <a:bodyPr>
            <a:normAutofit/>
          </a:bodyPr>
          <a:lstStyle>
            <a:lvl1pPr marL="0" marR="0" indent="0" algn="l" defTabSz="1828343" rtl="0" eaLnBrk="1" fontAlgn="auto" latinLnBrk="0" hangingPunct="1">
              <a:lnSpc>
                <a:spcPct val="90000"/>
              </a:lnSpc>
              <a:spcBef>
                <a:spcPts val="2000"/>
              </a:spcBef>
              <a:spcAft>
                <a:spcPts val="0"/>
              </a:spcAft>
              <a:buClrTx/>
              <a:buSzTx/>
              <a:buFont typeface="Arial" panose="020B0604020202020204" pitchFamily="34" charset="0"/>
              <a:buNone/>
              <a:tabLst/>
              <a:defRPr lang="en-US" sz="3599" kern="1200" dirty="0">
                <a:solidFill>
                  <a:schemeClr val="tx1"/>
                </a:solidFill>
                <a:latin typeface="FS PF BeauSans Pro" panose="02000500000000020004" pitchFamily="2" charset="0"/>
                <a:ea typeface="+mn-ea"/>
                <a:cs typeface="+mn-cs"/>
              </a:defRPr>
            </a:lvl1pPr>
            <a:lvl2pPr marL="1371257"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2pPr>
            <a:lvl3pPr marL="2285429"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3pPr>
            <a:lvl4pPr marL="3199600"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4pPr>
            <a:lvl5pPr marL="4113771"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5pPr>
            <a:lvl6pPr marL="5027943"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6pPr>
            <a:lvl7pPr marL="5942114"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7pPr>
            <a:lvl8pPr marL="6856286"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8pPr>
            <a:lvl9pPr marL="7770457"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9pPr>
          </a:lstStyle>
          <a:p>
            <a:r>
              <a:rPr lang="en-GB" sz="2400" dirty="0">
                <a:solidFill>
                  <a:srgbClr val="EE0033"/>
                </a:solidFill>
                <a:cs typeface="Sarabun" pitchFamily="2" charset="-34"/>
              </a:rPr>
              <a:t>INCIDIDUNT SUNT OCCAECAT SUNT</a:t>
            </a:r>
            <a:endParaRPr lang="vi-VN" sz="2400" dirty="0">
              <a:solidFill>
                <a:srgbClr val="EE0033"/>
              </a:solidFill>
              <a:cs typeface="Sarabun" pitchFamily="2" charset="-34"/>
            </a:endParaRPr>
          </a:p>
        </p:txBody>
      </p:sp>
      <p:sp>
        <p:nvSpPr>
          <p:cNvPr id="72" name="Text Placeholder 6">
            <a:extLst>
              <a:ext uri="{FF2B5EF4-FFF2-40B4-BE49-F238E27FC236}">
                <a16:creationId xmlns:a16="http://schemas.microsoft.com/office/drawing/2014/main" id="{6942F4F4-403C-A5D9-5273-5A8EA84754FC}"/>
              </a:ext>
            </a:extLst>
          </p:cNvPr>
          <p:cNvSpPr txBox="1">
            <a:spLocks/>
          </p:cNvSpPr>
          <p:nvPr/>
        </p:nvSpPr>
        <p:spPr>
          <a:xfrm>
            <a:off x="1383928" y="2765326"/>
            <a:ext cx="914221" cy="914221"/>
          </a:xfrm>
          <a:prstGeom prst="rect">
            <a:avLst/>
          </a:prstGeom>
        </p:spPr>
        <p:txBody>
          <a:bodyPr vert="horz" lIns="91423" tIns="45711" rIns="91423" bIns="45711" rtlCol="0">
            <a:normAutofit/>
          </a:bodyPr>
          <a:lstStyle>
            <a:lvl1pPr marL="0" indent="0" algn="l" defTabSz="914400" rtl="0" eaLnBrk="1" latinLnBrk="0" hangingPunct="1">
              <a:lnSpc>
                <a:spcPct val="90000"/>
              </a:lnSpc>
              <a:spcBef>
                <a:spcPts val="1000"/>
              </a:spcBef>
              <a:buFont typeface="Arial" panose="020B0604020202020204" pitchFamily="34" charset="0"/>
              <a:buNone/>
              <a:defRPr sz="5000" b="1" kern="1200">
                <a:solidFill>
                  <a:schemeClr val="bg1"/>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4999" b="0">
                <a:latin typeface="FS PF BeauSans Pro" panose="02000500000000020004" pitchFamily="2" charset="0"/>
                <a:cs typeface="Sarabun" pitchFamily="2" charset="-34"/>
              </a:rPr>
              <a:t>I</a:t>
            </a:r>
          </a:p>
        </p:txBody>
      </p:sp>
    </p:spTree>
    <p:extLst>
      <p:ext uri="{BB962C8B-B14F-4D97-AF65-F5344CB8AC3E}">
        <p14:creationId xmlns:p14="http://schemas.microsoft.com/office/powerpoint/2010/main" val="1765812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CC316-4FD2-182F-002F-A5AB8071A053}"/>
            </a:ext>
          </a:extLst>
        </p:cNvPr>
        <p:cNvGrpSpPr/>
        <p:nvPr/>
      </p:nvGrpSpPr>
      <p:grpSpPr>
        <a:xfrm>
          <a:off x="0" y="0"/>
          <a:ext cx="0" cy="0"/>
          <a:chOff x="0" y="0"/>
          <a:chExt cx="0" cy="0"/>
        </a:xfrm>
      </p:grpSpPr>
      <p:sp>
        <p:nvSpPr>
          <p:cNvPr id="33" name="Title 28">
            <a:extLst>
              <a:ext uri="{FF2B5EF4-FFF2-40B4-BE49-F238E27FC236}">
                <a16:creationId xmlns:a16="http://schemas.microsoft.com/office/drawing/2014/main" id="{960A7D86-4BD1-E2D1-4A17-FD1F216B9FC5}"/>
              </a:ext>
            </a:extLst>
          </p:cNvPr>
          <p:cNvSpPr txBox="1">
            <a:spLocks/>
          </p:cNvSpPr>
          <p:nvPr/>
        </p:nvSpPr>
        <p:spPr>
          <a:xfrm>
            <a:off x="301029" y="200515"/>
            <a:ext cx="10513547" cy="511855"/>
          </a:xfrm>
          <a:prstGeom prst="rect">
            <a:avLst/>
          </a:prstGeom>
        </p:spPr>
        <p:txBody>
          <a:bodyPr anchor="b"/>
          <a:lstStyle>
            <a:lvl1pPr algn="ctr" defTabSz="1828343" rtl="0" eaLnBrk="1" latinLnBrk="0" hangingPunct="1">
              <a:lnSpc>
                <a:spcPct val="90000"/>
              </a:lnSpc>
              <a:spcBef>
                <a:spcPct val="0"/>
              </a:spcBef>
              <a:buNone/>
              <a:defRPr lang="en-US" sz="11997" kern="1200">
                <a:solidFill>
                  <a:srgbClr val="EE0033"/>
                </a:solidFill>
                <a:latin typeface="FS PF BeauSans Pro SemiBold" panose="02000503000000020004" pitchFamily="2" charset="0"/>
                <a:ea typeface="+mn-ea"/>
                <a:cs typeface="+mn-cs"/>
              </a:defRPr>
            </a:lvl1pPr>
          </a:lstStyle>
          <a:p>
            <a:pPr algn="l"/>
            <a:r>
              <a:rPr lang="en-GB" sz="2400" dirty="0">
                <a:latin typeface="FS PF BeauSans Pro" panose="02000500000000020004" pitchFamily="2" charset="0"/>
                <a:cs typeface="Sarabun" pitchFamily="2" charset="-34"/>
              </a:rPr>
              <a:t>I. Memory layout</a:t>
            </a:r>
            <a:endParaRPr lang="vi-VN" sz="2400" dirty="0">
              <a:latin typeface="FS PF BeauSans Pro" panose="02000500000000020004" pitchFamily="2" charset="0"/>
              <a:cs typeface="Sarabun" pitchFamily="2" charset="-34"/>
            </a:endParaRPr>
          </a:p>
        </p:txBody>
      </p:sp>
      <p:pic>
        <p:nvPicPr>
          <p:cNvPr id="2" name="Picture 1">
            <a:extLst>
              <a:ext uri="{FF2B5EF4-FFF2-40B4-BE49-F238E27FC236}">
                <a16:creationId xmlns:a16="http://schemas.microsoft.com/office/drawing/2014/main" id="{5B71D712-6CC9-6C96-812A-9A61D6BF49D1}"/>
              </a:ext>
            </a:extLst>
          </p:cNvPr>
          <p:cNvPicPr/>
          <p:nvPr/>
        </p:nvPicPr>
        <p:blipFill>
          <a:blip r:embed="rId3"/>
          <a:stretch>
            <a:fillRect/>
          </a:stretch>
        </p:blipFill>
        <p:spPr>
          <a:xfrm>
            <a:off x="3877370" y="461828"/>
            <a:ext cx="5943600" cy="2939415"/>
          </a:xfrm>
          <a:prstGeom prst="rect">
            <a:avLst/>
          </a:prstGeom>
        </p:spPr>
      </p:pic>
      <p:sp>
        <p:nvSpPr>
          <p:cNvPr id="4" name="Rectangle 3">
            <a:extLst>
              <a:ext uri="{FF2B5EF4-FFF2-40B4-BE49-F238E27FC236}">
                <a16:creationId xmlns:a16="http://schemas.microsoft.com/office/drawing/2014/main" id="{D9B7C5B5-BF4C-E7A4-3E9B-EAC70F5E9AA2}"/>
              </a:ext>
            </a:extLst>
          </p:cNvPr>
          <p:cNvSpPr/>
          <p:nvPr/>
        </p:nvSpPr>
        <p:spPr>
          <a:xfrm>
            <a:off x="5733542" y="2293302"/>
            <a:ext cx="2050742" cy="6835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791EA53-046E-4C31-36C9-B060F155936C}"/>
              </a:ext>
            </a:extLst>
          </p:cNvPr>
          <p:cNvSpPr/>
          <p:nvPr/>
        </p:nvSpPr>
        <p:spPr>
          <a:xfrm>
            <a:off x="331433" y="3288010"/>
            <a:ext cx="6096000" cy="1277786"/>
          </a:xfrm>
          <a:prstGeom prst="rect">
            <a:avLst/>
          </a:prstGeom>
        </p:spPr>
        <p:txBody>
          <a:bodyPr>
            <a:spAutoFit/>
          </a:bodyPr>
          <a:lstStyle/>
          <a:p>
            <a:pPr marL="342900" marR="0" lvl="0" indent="-342900">
              <a:lnSpc>
                <a:spcPct val="107000"/>
              </a:lnSpc>
              <a:spcBef>
                <a:spcPts val="0"/>
              </a:spcBef>
              <a:spcAft>
                <a:spcPts val="0"/>
              </a:spcAft>
              <a:buFont typeface="+mj-lt"/>
              <a:buAutoNum type="arabicPeriod"/>
            </a:pPr>
            <a:r>
              <a:rPr lang="en-US" dirty="0">
                <a:effectLst/>
                <a:latin typeface="Calibri" panose="020F0502020204030204" pitchFamily="34" charset="0"/>
                <a:ea typeface="Calibri" panose="020F0502020204030204" pitchFamily="34" charset="0"/>
                <a:cs typeface="Times New Roman" panose="02020603050405020304" pitchFamily="18" charset="0"/>
              </a:rPr>
              <a:t>Text:</a:t>
            </a:r>
          </a:p>
          <a:p>
            <a:pPr marL="457200" marR="0">
              <a:lnSpc>
                <a:spcPct val="107000"/>
              </a:lnSpc>
              <a:spcBef>
                <a:spcPts val="0"/>
              </a:spcBef>
              <a:spcAft>
                <a:spcPts val="0"/>
              </a:spcAft>
            </a:pPr>
            <a:r>
              <a:rPr lang="en-US" dirty="0">
                <a:effectLst/>
                <a:latin typeface="Calibri" panose="020F0502020204030204" pitchFamily="34" charset="0"/>
                <a:ea typeface="Calibri" panose="020F0502020204030204" pitchFamily="34" charset="0"/>
                <a:cs typeface="Times New Roman" panose="02020603050405020304" pitchFamily="18" charset="0"/>
              </a:rPr>
              <a:t>- ở </a:t>
            </a:r>
            <a:r>
              <a:rPr lang="en-US" dirty="0" err="1">
                <a:effectLst/>
                <a:latin typeface="Calibri" panose="020F0502020204030204" pitchFamily="34" charset="0"/>
                <a:ea typeface="Calibri" panose="020F0502020204030204" pitchFamily="34" charset="0"/>
                <a:cs typeface="Times New Roman" panose="02020603050405020304" pitchFamily="18" charset="0"/>
              </a:rPr>
              <a:t>địa</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chỉ</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thấp</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nhất</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trong</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vùng</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nhớ</a:t>
            </a:r>
            <a:endParaRPr lang="en-US" dirty="0">
              <a:effectLst/>
              <a:latin typeface="Calibri" panose="020F0502020204030204" pitchFamily="34" charset="0"/>
              <a:ea typeface="Calibri" panose="020F0502020204030204" pitchFamily="34" charset="0"/>
              <a:cs typeface="Times New Roman" panose="02020603050405020304" pitchFamily="18" charset="0"/>
            </a:endParaRPr>
          </a:p>
          <a:p>
            <a:pPr marL="457200" marR="0">
              <a:lnSpc>
                <a:spcPct val="107000"/>
              </a:lnSpc>
              <a:spcBef>
                <a:spcPts val="0"/>
              </a:spcBef>
              <a:spcAft>
                <a:spcPts val="0"/>
              </a:spcAft>
            </a:pP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chỉ</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có</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thể</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được</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đọc</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trong</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quá</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trình</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thực</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thi</a:t>
            </a:r>
            <a:r>
              <a:rPr lang="en-US" dirty="0">
                <a:effectLst/>
                <a:latin typeface="Calibri" panose="020F0502020204030204" pitchFamily="34" charset="0"/>
                <a:ea typeface="Calibri" panose="020F0502020204030204" pitchFamily="34" charset="0"/>
                <a:cs typeface="Times New Roman" panose="02020603050405020304" pitchFamily="18" charset="0"/>
              </a:rPr>
              <a:t>.</a:t>
            </a:r>
          </a:p>
          <a:p>
            <a:pPr marL="457200" marR="0">
              <a:lnSpc>
                <a:spcPct val="107000"/>
              </a:lnSpc>
              <a:spcBef>
                <a:spcPts val="0"/>
              </a:spcBef>
              <a:spcAft>
                <a:spcPts val="800"/>
              </a:spcAft>
            </a:pP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chứa</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chuowg</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trình</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t</a:t>
            </a:r>
            <a:r>
              <a:rPr lang="en-US" dirty="0" err="1">
                <a:effectLst/>
                <a:latin typeface="Calibri" panose="020F0502020204030204" pitchFamily="34" charset="0"/>
                <a:ea typeface="Calibri" panose="020F0502020204030204" pitchFamily="34" charset="0"/>
                <a:cs typeface="Times New Roman" panose="02020603050405020304" pitchFamily="18" charset="0"/>
              </a:rPr>
              <a:t>hực</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thi</a:t>
            </a:r>
            <a:endParaRPr lang="en-US"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id="{DC57B60B-D046-A32A-8B59-70FCF0C07F89}"/>
              </a:ext>
            </a:extLst>
          </p:cNvPr>
          <p:cNvSpPr/>
          <p:nvPr/>
        </p:nvSpPr>
        <p:spPr>
          <a:xfrm>
            <a:off x="590365" y="4780938"/>
            <a:ext cx="6096000" cy="981423"/>
          </a:xfrm>
          <a:prstGeom prst="rect">
            <a:avLst/>
          </a:prstGeom>
        </p:spPr>
        <p:txBody>
          <a:bodyPr>
            <a:spAutoFit/>
          </a:bodyPr>
          <a:lstStyle/>
          <a:p>
            <a:pPr marR="0" lvl="0">
              <a:lnSpc>
                <a:spcPct val="107000"/>
              </a:lnSpc>
              <a:spcBef>
                <a:spcPts val="0"/>
              </a:spcBef>
              <a:spcAft>
                <a:spcPts val="0"/>
              </a:spcAft>
            </a:pPr>
            <a:r>
              <a:rPr lang="en-US" dirty="0">
                <a:latin typeface="Calibri" panose="020F0502020204030204" pitchFamily="34" charset="0"/>
                <a:ea typeface="Calibri" panose="020F0502020204030204" pitchFamily="34" charset="0"/>
                <a:cs typeface="Times New Roman" panose="02020603050405020304" pitchFamily="18" charset="0"/>
              </a:rPr>
              <a:t>2. Data</a:t>
            </a:r>
          </a:p>
          <a:p>
            <a:pPr marL="285750" marR="0" lvl="0" indent="-285750">
              <a:lnSpc>
                <a:spcPct val="107000"/>
              </a:lnSpc>
              <a:spcBef>
                <a:spcPts val="0"/>
              </a:spcBef>
              <a:spcAft>
                <a:spcPts val="0"/>
              </a:spcAft>
              <a:buFontTx/>
              <a:buChar char="-"/>
            </a:pPr>
            <a:r>
              <a:rPr lang="en-US" dirty="0" err="1">
                <a:effectLst/>
                <a:latin typeface="Calibri" panose="020F0502020204030204" pitchFamily="34" charset="0"/>
                <a:ea typeface="Calibri" panose="020F0502020204030204" pitchFamily="34" charset="0"/>
                <a:cs typeface="Times New Roman" panose="02020603050405020304" pitchFamily="18" charset="0"/>
              </a:rPr>
              <a:t>chứa</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biến</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toàn</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cục</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và</a:t>
            </a:r>
            <a:r>
              <a:rPr lang="en-US" dirty="0">
                <a:effectLst/>
                <a:latin typeface="Calibri" panose="020F0502020204030204" pitchFamily="34" charset="0"/>
                <a:ea typeface="Calibri" panose="020F0502020204030204" pitchFamily="34" charset="0"/>
                <a:cs typeface="Times New Roman" panose="02020603050405020304" pitchFamily="18" charset="0"/>
              </a:rPr>
              <a:t> </a:t>
            </a:r>
            <a:r>
              <a:rPr lang="en-US" dirty="0" err="1">
                <a:effectLst/>
                <a:latin typeface="Calibri" panose="020F0502020204030204" pitchFamily="34" charset="0"/>
                <a:ea typeface="Calibri" panose="020F0502020204030204" pitchFamily="34" charset="0"/>
                <a:cs typeface="Times New Roman" panose="02020603050405020304" pitchFamily="18" charset="0"/>
              </a:rPr>
              <a:t>biến</a:t>
            </a:r>
            <a:r>
              <a:rPr lang="en-US" dirty="0">
                <a:effectLst/>
                <a:latin typeface="Calibri" panose="020F0502020204030204" pitchFamily="34" charset="0"/>
                <a:ea typeface="Calibri" panose="020F0502020204030204" pitchFamily="34" charset="0"/>
                <a:cs typeface="Times New Roman" panose="02020603050405020304" pitchFamily="18" charset="0"/>
              </a:rPr>
              <a:t> static</a:t>
            </a:r>
          </a:p>
          <a:p>
            <a:pPr marL="285750" marR="0" lvl="0" indent="-285750">
              <a:lnSpc>
                <a:spcPct val="107000"/>
              </a:lnSpc>
              <a:spcBef>
                <a:spcPts val="0"/>
              </a:spcBef>
              <a:spcAft>
                <a:spcPts val="0"/>
              </a:spcAft>
              <a:buFontTx/>
              <a:buChar char="-"/>
            </a:pPr>
            <a:r>
              <a:rPr lang="en-US" dirty="0" err="1">
                <a:latin typeface="Calibri" panose="020F0502020204030204" pitchFamily="34" charset="0"/>
                <a:ea typeface="Calibri" panose="020F0502020204030204" pitchFamily="34" charset="0"/>
                <a:cs typeface="Times New Roman" panose="02020603050405020304" pitchFamily="18" charset="0"/>
              </a:rPr>
              <a:t>Kích</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thước</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tùy</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thuộc</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và</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kiểu</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dữa</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liệu</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và</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số</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lượng</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biến</a:t>
            </a:r>
            <a:endParaRPr lang="en-US"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id="{2A728B83-659A-31BE-3871-4074A1DFFE64}"/>
              </a:ext>
            </a:extLst>
          </p:cNvPr>
          <p:cNvSpPr txBox="1"/>
          <p:nvPr/>
        </p:nvSpPr>
        <p:spPr>
          <a:xfrm>
            <a:off x="5112988" y="2350111"/>
            <a:ext cx="633956" cy="369332"/>
          </a:xfrm>
          <a:prstGeom prst="rect">
            <a:avLst/>
          </a:prstGeom>
          <a:noFill/>
        </p:spPr>
        <p:txBody>
          <a:bodyPr wrap="none" rtlCol="0">
            <a:spAutoFit/>
          </a:bodyPr>
          <a:lstStyle/>
          <a:p>
            <a:r>
              <a:rPr lang="en-US" b="1" dirty="0">
                <a:solidFill>
                  <a:srgbClr val="FF0000"/>
                </a:solidFill>
              </a:rPr>
              <a:t>Data</a:t>
            </a:r>
          </a:p>
        </p:txBody>
      </p:sp>
      <p:sp>
        <p:nvSpPr>
          <p:cNvPr id="9" name="TextBox 8">
            <a:extLst>
              <a:ext uri="{FF2B5EF4-FFF2-40B4-BE49-F238E27FC236}">
                <a16:creationId xmlns:a16="http://schemas.microsoft.com/office/drawing/2014/main" id="{3615915E-8A75-2EE4-7376-A3B7ECAC27E4}"/>
              </a:ext>
            </a:extLst>
          </p:cNvPr>
          <p:cNvSpPr txBox="1"/>
          <p:nvPr/>
        </p:nvSpPr>
        <p:spPr>
          <a:xfrm>
            <a:off x="6419545" y="4695123"/>
            <a:ext cx="5929508" cy="369332"/>
          </a:xfrm>
          <a:prstGeom prst="rect">
            <a:avLst/>
          </a:prstGeom>
          <a:noFill/>
        </p:spPr>
        <p:txBody>
          <a:bodyPr wrap="none" rtlCol="0">
            <a:spAutoFit/>
          </a:bodyPr>
          <a:lstStyle/>
          <a:p>
            <a:r>
              <a:rPr lang="en-US" dirty="0"/>
              <a:t>A. </a:t>
            </a:r>
            <a:r>
              <a:rPr lang="en-US" dirty="0" err="1"/>
              <a:t>Initialozed</a:t>
            </a:r>
            <a:r>
              <a:rPr lang="en-US" dirty="0"/>
              <a:t> data: </a:t>
            </a:r>
            <a:r>
              <a:rPr lang="en-US" dirty="0" err="1"/>
              <a:t>biến</a:t>
            </a:r>
            <a:r>
              <a:rPr lang="en-US" dirty="0"/>
              <a:t> </a:t>
            </a:r>
            <a:r>
              <a:rPr lang="en-US" dirty="0" err="1"/>
              <a:t>toàn</a:t>
            </a:r>
            <a:r>
              <a:rPr lang="en-US" dirty="0"/>
              <a:t> </a:t>
            </a:r>
            <a:r>
              <a:rPr lang="en-US" dirty="0" err="1"/>
              <a:t>cục</a:t>
            </a:r>
            <a:r>
              <a:rPr lang="en-US" dirty="0"/>
              <a:t>, </a:t>
            </a:r>
            <a:r>
              <a:rPr lang="en-US" dirty="0" err="1"/>
              <a:t>bến</a:t>
            </a:r>
            <a:r>
              <a:rPr lang="en-US" dirty="0"/>
              <a:t> static </a:t>
            </a:r>
            <a:r>
              <a:rPr lang="en-US" dirty="0" err="1"/>
              <a:t>đã</a:t>
            </a:r>
            <a:r>
              <a:rPr lang="en-US" dirty="0"/>
              <a:t> </a:t>
            </a:r>
            <a:r>
              <a:rPr lang="en-US" dirty="0" err="1"/>
              <a:t>được</a:t>
            </a:r>
            <a:r>
              <a:rPr lang="en-US" dirty="0"/>
              <a:t> </a:t>
            </a:r>
            <a:r>
              <a:rPr lang="en-US" dirty="0" err="1"/>
              <a:t>khởi</a:t>
            </a:r>
            <a:r>
              <a:rPr lang="en-US" dirty="0"/>
              <a:t> </a:t>
            </a:r>
            <a:r>
              <a:rPr lang="en-US" dirty="0" err="1"/>
              <a:t>tạo</a:t>
            </a:r>
            <a:endParaRPr lang="en-US" dirty="0"/>
          </a:p>
        </p:txBody>
      </p:sp>
      <p:sp>
        <p:nvSpPr>
          <p:cNvPr id="10" name="TextBox 9">
            <a:extLst>
              <a:ext uri="{FF2B5EF4-FFF2-40B4-BE49-F238E27FC236}">
                <a16:creationId xmlns:a16="http://schemas.microsoft.com/office/drawing/2014/main" id="{93559DBE-A783-562D-B07B-E72424F38D2C}"/>
              </a:ext>
            </a:extLst>
          </p:cNvPr>
          <p:cNvSpPr txBox="1"/>
          <p:nvPr/>
        </p:nvSpPr>
        <p:spPr>
          <a:xfrm>
            <a:off x="6419544" y="5046778"/>
            <a:ext cx="5921621" cy="1200329"/>
          </a:xfrm>
          <a:prstGeom prst="rect">
            <a:avLst/>
          </a:prstGeom>
          <a:noFill/>
        </p:spPr>
        <p:txBody>
          <a:bodyPr wrap="none" rtlCol="0">
            <a:spAutoFit/>
          </a:bodyPr>
          <a:lstStyle/>
          <a:p>
            <a:r>
              <a:rPr lang="en-US" dirty="0"/>
              <a:t>B. </a:t>
            </a:r>
            <a:r>
              <a:rPr lang="en-US" dirty="0" err="1"/>
              <a:t>Unitialized</a:t>
            </a:r>
            <a:r>
              <a:rPr lang="en-US" dirty="0"/>
              <a:t> data(BSS): </a:t>
            </a:r>
          </a:p>
          <a:p>
            <a:pPr marL="285750" indent="-285750">
              <a:buFontTx/>
              <a:buChar char="-"/>
            </a:pPr>
            <a:r>
              <a:rPr lang="en-US" dirty="0" err="1"/>
              <a:t>biến</a:t>
            </a:r>
            <a:r>
              <a:rPr lang="en-US" dirty="0"/>
              <a:t> </a:t>
            </a:r>
            <a:r>
              <a:rPr lang="en-US" dirty="0" err="1"/>
              <a:t>toàn</a:t>
            </a:r>
            <a:r>
              <a:rPr lang="en-US" dirty="0"/>
              <a:t> </a:t>
            </a:r>
            <a:r>
              <a:rPr lang="en-US" dirty="0" err="1"/>
              <a:t>cục</a:t>
            </a:r>
            <a:r>
              <a:rPr lang="en-US" dirty="0"/>
              <a:t> </a:t>
            </a:r>
            <a:r>
              <a:rPr lang="en-US" dirty="0" err="1"/>
              <a:t>và</a:t>
            </a:r>
            <a:r>
              <a:rPr lang="en-US" dirty="0"/>
              <a:t> </a:t>
            </a:r>
            <a:r>
              <a:rPr lang="en-US" dirty="0" err="1"/>
              <a:t>biến</a:t>
            </a:r>
            <a:r>
              <a:rPr lang="en-US" dirty="0"/>
              <a:t> static </a:t>
            </a:r>
            <a:r>
              <a:rPr lang="en-US" dirty="0" err="1"/>
              <a:t>chưa</a:t>
            </a:r>
            <a:r>
              <a:rPr lang="en-US" dirty="0"/>
              <a:t> </a:t>
            </a:r>
            <a:r>
              <a:rPr lang="en-US" dirty="0" err="1"/>
              <a:t>khởi</a:t>
            </a:r>
            <a:r>
              <a:rPr lang="en-US" dirty="0"/>
              <a:t> </a:t>
            </a:r>
            <a:r>
              <a:rPr lang="en-US" dirty="0" err="1"/>
              <a:t>tạo</a:t>
            </a:r>
            <a:endParaRPr lang="en-US" dirty="0"/>
          </a:p>
          <a:p>
            <a:pPr marL="285750" indent="-285750">
              <a:buFontTx/>
              <a:buChar char="-"/>
            </a:pPr>
            <a:r>
              <a:rPr lang="en-US" dirty="0" err="1"/>
              <a:t>Các</a:t>
            </a:r>
            <a:r>
              <a:rPr lang="en-US" dirty="0"/>
              <a:t> </a:t>
            </a:r>
            <a:r>
              <a:rPr lang="en-US" dirty="0" err="1"/>
              <a:t>biến</a:t>
            </a:r>
            <a:r>
              <a:rPr lang="en-US" dirty="0"/>
              <a:t> </a:t>
            </a:r>
            <a:r>
              <a:rPr lang="en-US" dirty="0" err="1"/>
              <a:t>này</a:t>
            </a:r>
            <a:r>
              <a:rPr lang="en-US" dirty="0"/>
              <a:t> </a:t>
            </a:r>
            <a:r>
              <a:rPr lang="en-US" dirty="0" err="1"/>
              <a:t>đươc</a:t>
            </a:r>
            <a:r>
              <a:rPr lang="en-US" dirty="0"/>
              <a:t> </a:t>
            </a:r>
            <a:r>
              <a:rPr lang="en-US" dirty="0" err="1"/>
              <a:t>khởi</a:t>
            </a:r>
            <a:r>
              <a:rPr lang="en-US" dirty="0"/>
              <a:t> </a:t>
            </a:r>
            <a:r>
              <a:rPr lang="en-US" dirty="0" err="1"/>
              <a:t>tạo</a:t>
            </a:r>
            <a:r>
              <a:rPr lang="en-US" dirty="0"/>
              <a:t> </a:t>
            </a:r>
            <a:r>
              <a:rPr lang="en-US" dirty="0" err="1"/>
              <a:t>bằng</a:t>
            </a:r>
            <a:r>
              <a:rPr lang="en-US" dirty="0"/>
              <a:t> 0 </a:t>
            </a:r>
            <a:r>
              <a:rPr lang="en-US" dirty="0" err="1"/>
              <a:t>khi</a:t>
            </a:r>
            <a:r>
              <a:rPr lang="en-US" dirty="0"/>
              <a:t> </a:t>
            </a:r>
            <a:r>
              <a:rPr lang="en-US" dirty="0" err="1"/>
              <a:t>chạy</a:t>
            </a:r>
            <a:r>
              <a:rPr lang="en-US" dirty="0"/>
              <a:t> </a:t>
            </a:r>
            <a:r>
              <a:rPr lang="en-US" dirty="0" err="1"/>
              <a:t>chương</a:t>
            </a:r>
            <a:r>
              <a:rPr lang="en-US" dirty="0"/>
              <a:t> </a:t>
            </a:r>
            <a:r>
              <a:rPr lang="en-US" dirty="0" err="1"/>
              <a:t>trình</a:t>
            </a:r>
            <a:endParaRPr lang="en-US" dirty="0"/>
          </a:p>
          <a:p>
            <a:r>
              <a:rPr lang="en-US" dirty="0"/>
              <a:t>LMA sang VMA (???)</a:t>
            </a:r>
          </a:p>
        </p:txBody>
      </p:sp>
    </p:spTree>
    <p:extLst>
      <p:ext uri="{BB962C8B-B14F-4D97-AF65-F5344CB8AC3E}">
        <p14:creationId xmlns:p14="http://schemas.microsoft.com/office/powerpoint/2010/main" val="20773040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37784-BBFF-85D9-A6F3-C0AE61232629}"/>
            </a:ext>
          </a:extLst>
        </p:cNvPr>
        <p:cNvGrpSpPr/>
        <p:nvPr/>
      </p:nvGrpSpPr>
      <p:grpSpPr>
        <a:xfrm>
          <a:off x="0" y="0"/>
          <a:ext cx="0" cy="0"/>
          <a:chOff x="0" y="0"/>
          <a:chExt cx="0" cy="0"/>
        </a:xfrm>
      </p:grpSpPr>
      <p:sp>
        <p:nvSpPr>
          <p:cNvPr id="33" name="Title 28">
            <a:extLst>
              <a:ext uri="{FF2B5EF4-FFF2-40B4-BE49-F238E27FC236}">
                <a16:creationId xmlns:a16="http://schemas.microsoft.com/office/drawing/2014/main" id="{C2B8C57B-75BD-E7F7-631D-83E7EC01CADD}"/>
              </a:ext>
            </a:extLst>
          </p:cNvPr>
          <p:cNvSpPr txBox="1">
            <a:spLocks/>
          </p:cNvSpPr>
          <p:nvPr/>
        </p:nvSpPr>
        <p:spPr>
          <a:xfrm>
            <a:off x="301029" y="200515"/>
            <a:ext cx="10513547" cy="511855"/>
          </a:xfrm>
          <a:prstGeom prst="rect">
            <a:avLst/>
          </a:prstGeom>
        </p:spPr>
        <p:txBody>
          <a:bodyPr anchor="b"/>
          <a:lstStyle>
            <a:lvl1pPr algn="ctr" defTabSz="1828343" rtl="0" eaLnBrk="1" latinLnBrk="0" hangingPunct="1">
              <a:lnSpc>
                <a:spcPct val="90000"/>
              </a:lnSpc>
              <a:spcBef>
                <a:spcPct val="0"/>
              </a:spcBef>
              <a:buNone/>
              <a:defRPr lang="en-US" sz="11997" kern="1200">
                <a:solidFill>
                  <a:srgbClr val="EE0033"/>
                </a:solidFill>
                <a:latin typeface="FS PF BeauSans Pro SemiBold" panose="02000503000000020004" pitchFamily="2" charset="0"/>
                <a:ea typeface="+mn-ea"/>
                <a:cs typeface="+mn-cs"/>
              </a:defRPr>
            </a:lvl1pPr>
          </a:lstStyle>
          <a:p>
            <a:pPr algn="l"/>
            <a:r>
              <a:rPr lang="en-GB" sz="2400" dirty="0">
                <a:latin typeface="FS PF BeauSans Pro" panose="02000500000000020004" pitchFamily="2" charset="0"/>
                <a:cs typeface="Sarabun" pitchFamily="2" charset="-34"/>
              </a:rPr>
              <a:t>I. Memory layout</a:t>
            </a:r>
            <a:endParaRPr lang="vi-VN" sz="2400" dirty="0">
              <a:latin typeface="FS PF BeauSans Pro" panose="02000500000000020004" pitchFamily="2" charset="0"/>
              <a:cs typeface="Sarabun" pitchFamily="2" charset="-34"/>
            </a:endParaRPr>
          </a:p>
        </p:txBody>
      </p:sp>
      <p:pic>
        <p:nvPicPr>
          <p:cNvPr id="3" name="Picture 2">
            <a:extLst>
              <a:ext uri="{FF2B5EF4-FFF2-40B4-BE49-F238E27FC236}">
                <a16:creationId xmlns:a16="http://schemas.microsoft.com/office/drawing/2014/main" id="{BDC05A4F-C2BC-1A5D-39A1-2F2823064F7E}"/>
              </a:ext>
            </a:extLst>
          </p:cNvPr>
          <p:cNvPicPr/>
          <p:nvPr/>
        </p:nvPicPr>
        <p:blipFill>
          <a:blip r:embed="rId3"/>
          <a:stretch>
            <a:fillRect/>
          </a:stretch>
        </p:blipFill>
        <p:spPr>
          <a:xfrm>
            <a:off x="2520519" y="219268"/>
            <a:ext cx="5943600" cy="2939415"/>
          </a:xfrm>
          <a:prstGeom prst="rect">
            <a:avLst/>
          </a:prstGeom>
        </p:spPr>
      </p:pic>
      <p:sp>
        <p:nvSpPr>
          <p:cNvPr id="8" name="Rectangle 7">
            <a:extLst>
              <a:ext uri="{FF2B5EF4-FFF2-40B4-BE49-F238E27FC236}">
                <a16:creationId xmlns:a16="http://schemas.microsoft.com/office/drawing/2014/main" id="{B61FAAB8-280E-AB96-051E-BC7E57BB4974}"/>
              </a:ext>
            </a:extLst>
          </p:cNvPr>
          <p:cNvSpPr/>
          <p:nvPr/>
        </p:nvSpPr>
        <p:spPr>
          <a:xfrm>
            <a:off x="331433" y="3288010"/>
            <a:ext cx="6096000" cy="2166875"/>
          </a:xfrm>
          <a:prstGeom prst="rect">
            <a:avLst/>
          </a:prstGeom>
        </p:spPr>
        <p:txBody>
          <a:bodyPr>
            <a:spAutoFit/>
          </a:bodyPr>
          <a:lstStyle/>
          <a:p>
            <a:pPr marL="342900" marR="0" lvl="0" indent="-342900">
              <a:lnSpc>
                <a:spcPct val="107000"/>
              </a:lnSpc>
              <a:spcBef>
                <a:spcPts val="0"/>
              </a:spcBef>
              <a:spcAft>
                <a:spcPts val="0"/>
              </a:spcAft>
              <a:buFont typeface="+mj-lt"/>
              <a:buAutoNum type="arabicPeriod"/>
            </a:pPr>
            <a:r>
              <a:rPr lang="en-US" dirty="0">
                <a:effectLst/>
                <a:latin typeface="Calibri" panose="020F0502020204030204" pitchFamily="34" charset="0"/>
                <a:ea typeface="Calibri" panose="020F0502020204030204" pitchFamily="34" charset="0"/>
                <a:cs typeface="Times New Roman" panose="02020603050405020304" pitchFamily="18" charset="0"/>
              </a:rPr>
              <a:t>Heap:</a:t>
            </a:r>
          </a:p>
          <a:p>
            <a:pPr marL="285750" marR="0" lvl="0" indent="-285750">
              <a:lnSpc>
                <a:spcPct val="107000"/>
              </a:lnSpc>
              <a:spcBef>
                <a:spcPts val="0"/>
              </a:spcBef>
              <a:spcAft>
                <a:spcPts val="0"/>
              </a:spcAft>
              <a:buFontTx/>
              <a:buChar char="-"/>
            </a:pPr>
            <a:r>
              <a:rPr lang="en-US" dirty="0" err="1">
                <a:latin typeface="Calibri" panose="020F0502020204030204" pitchFamily="34" charset="0"/>
                <a:ea typeface="Calibri" panose="020F0502020204030204" pitchFamily="34" charset="0"/>
                <a:cs typeface="Times New Roman" panose="02020603050405020304" pitchFamily="18" charset="0"/>
              </a:rPr>
              <a:t>Dùng</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khi</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cấp</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phát</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động,kiền</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kề</a:t>
            </a:r>
            <a:r>
              <a:rPr lang="en-US" dirty="0">
                <a:latin typeface="Calibri" panose="020F0502020204030204" pitchFamily="34" charset="0"/>
                <a:ea typeface="Calibri" panose="020F0502020204030204" pitchFamily="34" charset="0"/>
                <a:cs typeface="Times New Roman" panose="02020603050405020304" pitchFamily="18" charset="0"/>
              </a:rPr>
              <a:t> BSS </a:t>
            </a:r>
            <a:r>
              <a:rPr lang="en-US" dirty="0" err="1">
                <a:latin typeface="Calibri" panose="020F0502020204030204" pitchFamily="34" charset="0"/>
                <a:ea typeface="Calibri" panose="020F0502020204030204" pitchFamily="34" charset="0"/>
                <a:cs typeface="Times New Roman" panose="02020603050405020304" pitchFamily="18" charset="0"/>
              </a:rPr>
              <a:t>và</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nở</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ra</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để</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vị</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trí</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cao</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dần</a:t>
            </a:r>
            <a:r>
              <a:rPr lang="en-US" dirty="0">
                <a:latin typeface="Calibri" panose="020F0502020204030204" pitchFamily="34" charset="0"/>
                <a:ea typeface="Calibri" panose="020F0502020204030204" pitchFamily="34" charset="0"/>
                <a:cs typeface="Times New Roman" panose="02020603050405020304" pitchFamily="18" charset="0"/>
              </a:rPr>
              <a:t>.(</a:t>
            </a:r>
            <a:r>
              <a:rPr lang="en-US" dirty="0" err="1">
                <a:latin typeface="Calibri" panose="020F0502020204030204" pitchFamily="34" charset="0"/>
                <a:ea typeface="Calibri" panose="020F0502020204030204" pitchFamily="34" charset="0"/>
                <a:cs typeface="Times New Roman" panose="02020603050405020304" pitchFamily="18" charset="0"/>
              </a:rPr>
              <a:t>quản</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lí</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bới</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malloc</a:t>
            </a:r>
            <a:r>
              <a:rPr lang="en-US" dirty="0">
                <a:latin typeface="Calibri" panose="020F0502020204030204" pitchFamily="34" charset="0"/>
                <a:ea typeface="Calibri" panose="020F0502020204030204" pitchFamily="34" charset="0"/>
                <a:cs typeface="Times New Roman" panose="02020603050405020304" pitchFamily="18" charset="0"/>
              </a:rPr>
              <a:t>, </a:t>
            </a:r>
            <a:r>
              <a:rPr lang="en-US" dirty="0" err="1">
                <a:latin typeface="Calibri" panose="020F0502020204030204" pitchFamily="34" charset="0"/>
                <a:ea typeface="Calibri" panose="020F0502020204030204" pitchFamily="34" charset="0"/>
                <a:cs typeface="Times New Roman" panose="02020603050405020304" pitchFamily="18" charset="0"/>
              </a:rPr>
              <a:t>realloc</a:t>
            </a:r>
            <a:r>
              <a:rPr lang="en-US" dirty="0">
                <a:latin typeface="Calibri" panose="020F0502020204030204" pitchFamily="34" charset="0"/>
                <a:ea typeface="Calibri" panose="020F0502020204030204" pitchFamily="34" charset="0"/>
                <a:cs typeface="Times New Roman" panose="02020603050405020304" pitchFamily="18" charset="0"/>
              </a:rPr>
              <a:t>, free().</a:t>
            </a:r>
          </a:p>
          <a:p>
            <a:pPr marL="285750" marR="0" lvl="0" indent="-285750">
              <a:lnSpc>
                <a:spcPct val="107000"/>
              </a:lnSpc>
              <a:spcBef>
                <a:spcPts val="0"/>
              </a:spcBef>
              <a:spcAft>
                <a:spcPts val="0"/>
              </a:spcAft>
              <a:buFontTx/>
              <a:buChar char="-"/>
            </a:pPr>
            <a:r>
              <a:rPr lang="vi-VN" dirty="0">
                <a:solidFill>
                  <a:srgbClr val="FF0000"/>
                </a:solidFill>
              </a:rPr>
              <a:t>Vùng nhớ heap được dùng chung bởi tất cả các thư viện chia sẻ (shared libraries) và các module được nạp động trong cùng một tiến trình.</a:t>
            </a:r>
            <a:endParaRPr lang="en-US" dirty="0">
              <a:solidFill>
                <a:srgbClr val="FF0000"/>
              </a:solidFill>
            </a:endParaRPr>
          </a:p>
          <a:p>
            <a:pPr marL="285750" marR="0" lvl="0" indent="-285750">
              <a:lnSpc>
                <a:spcPct val="107000"/>
              </a:lnSpc>
              <a:spcBef>
                <a:spcPts val="0"/>
              </a:spcBef>
              <a:spcAft>
                <a:spcPts val="0"/>
              </a:spcAft>
              <a:buFontTx/>
              <a:buChar char="-"/>
            </a:pPr>
            <a:r>
              <a:rPr lang="en-US" dirty="0"/>
              <a:t>Heap </a:t>
            </a:r>
            <a:r>
              <a:rPr lang="en-US" dirty="0" err="1"/>
              <a:t>thuộc</a:t>
            </a:r>
            <a:r>
              <a:rPr lang="en-US" dirty="0"/>
              <a:t> </a:t>
            </a:r>
            <a:r>
              <a:rPr lang="en-US" dirty="0" err="1"/>
              <a:t>về</a:t>
            </a:r>
            <a:r>
              <a:rPr lang="en-US" dirty="0"/>
              <a:t> </a:t>
            </a:r>
            <a:r>
              <a:rPr lang="en-US" b="1" dirty="0" err="1"/>
              <a:t>toàn</a:t>
            </a:r>
            <a:r>
              <a:rPr lang="en-US" b="1" dirty="0"/>
              <a:t> </a:t>
            </a:r>
            <a:r>
              <a:rPr lang="en-US" b="1" dirty="0" err="1"/>
              <a:t>bộ</a:t>
            </a:r>
            <a:r>
              <a:rPr lang="en-US" b="1" dirty="0"/>
              <a:t> process.</a:t>
            </a:r>
            <a:endParaRPr lang="en-US" dirty="0">
              <a:solidFill>
                <a:srgbClr val="FF0000"/>
              </a:solidFill>
              <a:latin typeface="Calibri" panose="020F0502020204030204" pitchFamily="34" charset="0"/>
              <a:ea typeface="Calibri" panose="020F0502020204030204" pitchFamily="34" charset="0"/>
              <a:cs typeface="Times New Roman" panose="02020603050405020304" pitchFamily="18" charset="0"/>
            </a:endParaRPr>
          </a:p>
        </p:txBody>
      </p:sp>
      <p:pic>
        <p:nvPicPr>
          <p:cNvPr id="11" name="Picture 10">
            <a:extLst>
              <a:ext uri="{FF2B5EF4-FFF2-40B4-BE49-F238E27FC236}">
                <a16:creationId xmlns:a16="http://schemas.microsoft.com/office/drawing/2014/main" id="{155CC75C-6AC3-5851-F03A-1AEDDC81E124}"/>
              </a:ext>
            </a:extLst>
          </p:cNvPr>
          <p:cNvPicPr>
            <a:picLocks noChangeAspect="1"/>
          </p:cNvPicPr>
          <p:nvPr/>
        </p:nvPicPr>
        <p:blipFill>
          <a:blip r:embed="rId4"/>
          <a:stretch>
            <a:fillRect/>
          </a:stretch>
        </p:blipFill>
        <p:spPr>
          <a:xfrm>
            <a:off x="6427433" y="3303260"/>
            <a:ext cx="2553056" cy="1676634"/>
          </a:xfrm>
          <a:prstGeom prst="rect">
            <a:avLst/>
          </a:prstGeom>
        </p:spPr>
      </p:pic>
      <p:pic>
        <p:nvPicPr>
          <p:cNvPr id="12" name="Picture 11">
            <a:extLst>
              <a:ext uri="{FF2B5EF4-FFF2-40B4-BE49-F238E27FC236}">
                <a16:creationId xmlns:a16="http://schemas.microsoft.com/office/drawing/2014/main" id="{1943D3C4-8800-D9D9-11D6-D8D1C03D6412}"/>
              </a:ext>
            </a:extLst>
          </p:cNvPr>
          <p:cNvPicPr>
            <a:picLocks noChangeAspect="1"/>
          </p:cNvPicPr>
          <p:nvPr/>
        </p:nvPicPr>
        <p:blipFill>
          <a:blip r:embed="rId5"/>
          <a:stretch>
            <a:fillRect/>
          </a:stretch>
        </p:blipFill>
        <p:spPr>
          <a:xfrm>
            <a:off x="9331904" y="3551660"/>
            <a:ext cx="2086266" cy="1343212"/>
          </a:xfrm>
          <a:prstGeom prst="rect">
            <a:avLst/>
          </a:prstGeom>
        </p:spPr>
      </p:pic>
      <p:sp>
        <p:nvSpPr>
          <p:cNvPr id="13" name="Rectangle 12">
            <a:extLst>
              <a:ext uri="{FF2B5EF4-FFF2-40B4-BE49-F238E27FC236}">
                <a16:creationId xmlns:a16="http://schemas.microsoft.com/office/drawing/2014/main" id="{3E5E79BA-A2CD-C5DA-5BD1-5AB4D85D6483}"/>
              </a:ext>
            </a:extLst>
          </p:cNvPr>
          <p:cNvSpPr/>
          <p:nvPr/>
        </p:nvSpPr>
        <p:spPr>
          <a:xfrm>
            <a:off x="6632723" y="4048217"/>
            <a:ext cx="664722" cy="36398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A450D096-1020-AE16-17E3-30186667D74C}"/>
              </a:ext>
            </a:extLst>
          </p:cNvPr>
          <p:cNvCxnSpPr/>
          <p:nvPr/>
        </p:nvCxnSpPr>
        <p:spPr>
          <a:xfrm flipV="1">
            <a:off x="7670307" y="4154686"/>
            <a:ext cx="1661597" cy="1138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F791162-FEA7-CBD7-16C3-871B6C4DEC3F}"/>
              </a:ext>
            </a:extLst>
          </p:cNvPr>
          <p:cNvSpPr txBox="1"/>
          <p:nvPr/>
        </p:nvSpPr>
        <p:spPr>
          <a:xfrm>
            <a:off x="6427433" y="5554980"/>
            <a:ext cx="5513107" cy="646331"/>
          </a:xfrm>
          <a:prstGeom prst="rect">
            <a:avLst/>
          </a:prstGeom>
          <a:noFill/>
        </p:spPr>
        <p:txBody>
          <a:bodyPr wrap="square" rtlCol="0">
            <a:spAutoFit/>
          </a:bodyPr>
          <a:lstStyle/>
          <a:p>
            <a:r>
              <a:rPr lang="en-US" dirty="0" err="1"/>
              <a:t>Bên</a:t>
            </a:r>
            <a:r>
              <a:rPr lang="en-US" dirty="0"/>
              <a:t> </a:t>
            </a:r>
            <a:r>
              <a:rPr lang="en-US" dirty="0" err="1"/>
              <a:t>trong</a:t>
            </a:r>
            <a:r>
              <a:rPr lang="en-US" dirty="0"/>
              <a:t> foo() </a:t>
            </a:r>
            <a:r>
              <a:rPr lang="en-US" dirty="0" err="1"/>
              <a:t>thuộc</a:t>
            </a:r>
            <a:r>
              <a:rPr lang="en-US" dirty="0"/>
              <a:t> 1 </a:t>
            </a:r>
            <a:r>
              <a:rPr lang="en-US" dirty="0" err="1"/>
              <a:t>thư</a:t>
            </a:r>
            <a:r>
              <a:rPr lang="en-US" dirty="0"/>
              <a:t> </a:t>
            </a:r>
            <a:r>
              <a:rPr lang="en-US" dirty="0" err="1"/>
              <a:t>viện</a:t>
            </a:r>
            <a:r>
              <a:rPr lang="en-US" dirty="0"/>
              <a:t> </a:t>
            </a:r>
            <a:r>
              <a:rPr lang="en-US" dirty="0" err="1"/>
              <a:t>động</a:t>
            </a:r>
            <a:r>
              <a:rPr lang="en-US" dirty="0"/>
              <a:t> </a:t>
            </a:r>
            <a:r>
              <a:rPr lang="en-US" dirty="0" err="1"/>
              <a:t>khác</a:t>
            </a:r>
            <a:r>
              <a:rPr lang="en-US" dirty="0"/>
              <a:t> </a:t>
            </a:r>
            <a:r>
              <a:rPr lang="en-US" dirty="0" err="1"/>
              <a:t>vẫn</a:t>
            </a:r>
            <a:r>
              <a:rPr lang="en-US" dirty="0"/>
              <a:t> </a:t>
            </a:r>
            <a:r>
              <a:rPr lang="en-US" dirty="0" err="1"/>
              <a:t>dùng</a:t>
            </a:r>
            <a:r>
              <a:rPr lang="en-US" dirty="0"/>
              <a:t> </a:t>
            </a:r>
            <a:r>
              <a:rPr lang="en-US" dirty="0" err="1"/>
              <a:t>được</a:t>
            </a:r>
            <a:endParaRPr lang="en-US" dirty="0"/>
          </a:p>
        </p:txBody>
      </p:sp>
    </p:spTree>
    <p:extLst>
      <p:ext uri="{BB962C8B-B14F-4D97-AF65-F5344CB8AC3E}">
        <p14:creationId xmlns:p14="http://schemas.microsoft.com/office/powerpoint/2010/main" val="11257451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4CE344-FC78-CA2A-F153-747C05A0E8AC}"/>
              </a:ext>
            </a:extLst>
          </p:cNvPr>
          <p:cNvPicPr/>
          <p:nvPr/>
        </p:nvPicPr>
        <p:blipFill>
          <a:blip r:embed="rId2"/>
          <a:stretch>
            <a:fillRect/>
          </a:stretch>
        </p:blipFill>
        <p:spPr>
          <a:xfrm>
            <a:off x="2520519" y="219268"/>
            <a:ext cx="5943600" cy="2939415"/>
          </a:xfrm>
          <a:prstGeom prst="rect">
            <a:avLst/>
          </a:prstGeom>
        </p:spPr>
      </p:pic>
      <p:sp>
        <p:nvSpPr>
          <p:cNvPr id="3" name="Rectangle 2">
            <a:extLst>
              <a:ext uri="{FF2B5EF4-FFF2-40B4-BE49-F238E27FC236}">
                <a16:creationId xmlns:a16="http://schemas.microsoft.com/office/drawing/2014/main" id="{5D891BEB-5CA3-0F9E-63AD-746F09C37AF4}"/>
              </a:ext>
            </a:extLst>
          </p:cNvPr>
          <p:cNvSpPr/>
          <p:nvPr/>
        </p:nvSpPr>
        <p:spPr>
          <a:xfrm>
            <a:off x="331433" y="3288010"/>
            <a:ext cx="6096000" cy="1277786"/>
          </a:xfrm>
          <a:prstGeom prst="rect">
            <a:avLst/>
          </a:prstGeom>
        </p:spPr>
        <p:txBody>
          <a:bodyPr>
            <a:spAutoFit/>
          </a:bodyPr>
          <a:lstStyle/>
          <a:p>
            <a:pPr marL="342900" marR="0" lvl="0" indent="-342900">
              <a:lnSpc>
                <a:spcPct val="107000"/>
              </a:lnSpc>
              <a:spcBef>
                <a:spcPts val="0"/>
              </a:spcBef>
              <a:spcAft>
                <a:spcPts val="0"/>
              </a:spcAft>
              <a:buFont typeface="+mj-lt"/>
              <a:buAutoNum type="arabicPeriod"/>
            </a:pPr>
            <a:r>
              <a:rPr lang="en-US" dirty="0">
                <a:latin typeface="Calibri" panose="020F0502020204030204" pitchFamily="34" charset="0"/>
                <a:ea typeface="Calibri" panose="020F0502020204030204" pitchFamily="34" charset="0"/>
                <a:cs typeface="Times New Roman" panose="02020603050405020304" pitchFamily="18" charset="0"/>
              </a:rPr>
              <a:t>Stack:</a:t>
            </a:r>
          </a:p>
          <a:p>
            <a:pPr marL="342900" marR="0" lvl="0" indent="-342900">
              <a:lnSpc>
                <a:spcPct val="107000"/>
              </a:lnSpc>
              <a:spcBef>
                <a:spcPts val="0"/>
              </a:spcBef>
              <a:spcAft>
                <a:spcPts val="0"/>
              </a:spcAft>
              <a:buFont typeface="+mj-lt"/>
              <a:buAutoNum type="arabicPeriod"/>
            </a:pPr>
            <a:endParaRPr lang="en-US" dirty="0">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0"/>
              </a:spcAft>
              <a:buFont typeface="+mj-lt"/>
              <a:buAutoNum type="arabicPeriod"/>
            </a:pPr>
            <a:endParaRPr lang="en-US" dirty="0">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0"/>
              </a:spcAft>
              <a:buFont typeface="+mj-lt"/>
              <a:buAutoNum type="arabicPeriod"/>
            </a:pPr>
            <a:endParaRPr lang="en-US" dirty="0">
              <a:solidFill>
                <a:srgbClr val="FF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4" name="Rectangle 3">
            <a:extLst>
              <a:ext uri="{FF2B5EF4-FFF2-40B4-BE49-F238E27FC236}">
                <a16:creationId xmlns:a16="http://schemas.microsoft.com/office/drawing/2014/main" id="{3242C1B7-BFE3-F5A5-990C-62A483FA6E1C}"/>
              </a:ext>
            </a:extLst>
          </p:cNvPr>
          <p:cNvSpPr/>
          <p:nvPr/>
        </p:nvSpPr>
        <p:spPr>
          <a:xfrm>
            <a:off x="518160" y="3584555"/>
            <a:ext cx="6096000" cy="1200329"/>
          </a:xfrm>
          <a:prstGeom prst="rect">
            <a:avLst/>
          </a:prstGeom>
        </p:spPr>
        <p:txBody>
          <a:bodyPr>
            <a:spAutoFit/>
          </a:bodyPr>
          <a:lstStyle/>
          <a:p>
            <a:r>
              <a:rPr lang="en-US" dirty="0"/>
              <a:t>- </a:t>
            </a:r>
            <a:r>
              <a:rPr lang="vi-VN" dirty="0"/>
              <a:t>Biến cục bộ (local variables)</a:t>
            </a:r>
            <a:endParaRPr lang="en-US" dirty="0"/>
          </a:p>
          <a:p>
            <a:pPr marL="285750" indent="-285750">
              <a:buFontTx/>
              <a:buChar char="-"/>
            </a:pPr>
            <a:r>
              <a:rPr lang="vi-VN" dirty="0"/>
              <a:t>Tham số hàm (function parameters)</a:t>
            </a:r>
            <a:endParaRPr lang="en-US" dirty="0"/>
          </a:p>
          <a:p>
            <a:pPr marL="285750" indent="-285750">
              <a:buFontTx/>
              <a:buChar char="-"/>
            </a:pPr>
            <a:r>
              <a:rPr lang="vi-VN" dirty="0"/>
              <a:t>Địa chỉ quay về sau khi hàm kết thúc (return address)</a:t>
            </a:r>
            <a:endParaRPr lang="en-US" dirty="0"/>
          </a:p>
          <a:p>
            <a:pPr marL="285750" indent="-285750">
              <a:buFontTx/>
              <a:buChar char="-"/>
            </a:pPr>
            <a:r>
              <a:rPr lang="vi-VN" dirty="0"/>
              <a:t>Một số thanh ghi được lưu tạm</a:t>
            </a:r>
            <a:endParaRPr lang="en-US" dirty="0"/>
          </a:p>
        </p:txBody>
      </p:sp>
      <p:pic>
        <p:nvPicPr>
          <p:cNvPr id="5" name="Picture 4">
            <a:extLst>
              <a:ext uri="{FF2B5EF4-FFF2-40B4-BE49-F238E27FC236}">
                <a16:creationId xmlns:a16="http://schemas.microsoft.com/office/drawing/2014/main" id="{B4C9BB71-039A-14C4-4E5A-8CDA938BD4FF}"/>
              </a:ext>
            </a:extLst>
          </p:cNvPr>
          <p:cNvPicPr>
            <a:picLocks noChangeAspect="1"/>
          </p:cNvPicPr>
          <p:nvPr/>
        </p:nvPicPr>
        <p:blipFill>
          <a:blip r:embed="rId3"/>
          <a:stretch>
            <a:fillRect/>
          </a:stretch>
        </p:blipFill>
        <p:spPr>
          <a:xfrm>
            <a:off x="7367488" y="3584555"/>
            <a:ext cx="1419423" cy="1448002"/>
          </a:xfrm>
          <a:prstGeom prst="rect">
            <a:avLst/>
          </a:prstGeom>
        </p:spPr>
      </p:pic>
      <p:sp>
        <p:nvSpPr>
          <p:cNvPr id="6" name="Rectangle 5">
            <a:extLst>
              <a:ext uri="{FF2B5EF4-FFF2-40B4-BE49-F238E27FC236}">
                <a16:creationId xmlns:a16="http://schemas.microsoft.com/office/drawing/2014/main" id="{4706419A-FA0A-861C-0388-817963A467F9}"/>
              </a:ext>
            </a:extLst>
          </p:cNvPr>
          <p:cNvSpPr/>
          <p:nvPr/>
        </p:nvSpPr>
        <p:spPr>
          <a:xfrm>
            <a:off x="7412476" y="3744910"/>
            <a:ext cx="1190503" cy="36398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17804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FCE8D7E-694F-159E-D765-F2B3FD112BE2}"/>
              </a:ext>
            </a:extLst>
          </p:cNvPr>
          <p:cNvSpPr txBox="1"/>
          <p:nvPr/>
        </p:nvSpPr>
        <p:spPr>
          <a:xfrm>
            <a:off x="3048000" y="338304"/>
            <a:ext cx="6096000" cy="6186309"/>
          </a:xfrm>
          <a:prstGeom prst="rect">
            <a:avLst/>
          </a:prstGeom>
          <a:noFill/>
        </p:spPr>
        <p:txBody>
          <a:bodyPr wrap="square">
            <a:spAutoFit/>
          </a:bodyPr>
          <a:lstStyle/>
          <a:p>
            <a:pPr>
              <a:buNone/>
            </a:pPr>
            <a:r>
              <a:rPr lang="en-GB" sz="1800" b="0" i="0" dirty="0">
                <a:solidFill>
                  <a:srgbClr val="000000"/>
                </a:solidFill>
                <a:effectLst/>
                <a:latin typeface="SymbolMT"/>
              </a:rPr>
              <a:t>- </a:t>
            </a:r>
            <a:r>
              <a:rPr lang="en-GB" sz="1800" b="1" i="0" dirty="0">
                <a:solidFill>
                  <a:srgbClr val="000000"/>
                </a:solidFill>
                <a:effectLst/>
                <a:latin typeface="Cambria-Bold"/>
              </a:rPr>
              <a:t>Global variables: </a:t>
            </a:r>
            <a:r>
              <a:rPr lang="en-GB" sz="1800" b="0" i="0" dirty="0" err="1">
                <a:solidFill>
                  <a:srgbClr val="000000"/>
                </a:solidFill>
                <a:effectLst/>
                <a:latin typeface="Cambria" panose="02040503050406030204" pitchFamily="18" charset="0"/>
              </a:rPr>
              <a:t>biến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toàn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cục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chia </a:t>
            </a:r>
            <a:r>
              <a:rPr lang="en-GB" sz="1800" b="0" i="0" dirty="0" err="1">
                <a:solidFill>
                  <a:srgbClr val="000000"/>
                </a:solidFill>
                <a:effectLst/>
                <a:latin typeface="Cambria" panose="02040503050406030204" pitchFamily="18" charset="0"/>
              </a:rPr>
              <a:t>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loại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đã</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khởi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tạo</a:t>
            </a:r>
            <a:r>
              <a:rPr lang="en-GB" sz="1800" b="0" i="0" dirty="0">
                <a:solidFill>
                  <a:srgbClr val="000000"/>
                </a:solidFill>
                <a:effectLst/>
                <a:latin typeface="Cambria" panose="02040503050406030204" pitchFamily="18" charset="0"/>
              </a:rPr>
              <a:t> (initialized)</a:t>
            </a:r>
          </a:p>
          <a:p>
            <a:pPr>
              <a:buNone/>
            </a:pPr>
            <a:r>
              <a:rPr lang="en-GB" sz="1800" b="0" i="0" dirty="0" err="1">
                <a:solidFill>
                  <a:srgbClr val="000000"/>
                </a:solidFill>
                <a:effectLst/>
                <a:latin typeface="Cambria" panose="02040503050406030204" pitchFamily="18" charset="0"/>
              </a:rPr>
              <a:t>và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chưa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khởi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tạo</a:t>
            </a:r>
            <a:r>
              <a:rPr lang="en-GB" sz="1800" b="0" i="0" dirty="0">
                <a:solidFill>
                  <a:srgbClr val="000000"/>
                </a:solidFill>
                <a:effectLst/>
                <a:latin typeface="Cambria" panose="02040503050406030204" pitchFamily="18" charset="0"/>
              </a:rPr>
              <a:t> (un-initialized). </a:t>
            </a:r>
            <a:r>
              <a:rPr lang="en-GB" sz="1800" b="0" i="0" dirty="0" err="1">
                <a:solidFill>
                  <a:srgbClr val="000000"/>
                </a:solidFill>
                <a:effectLst/>
                <a:latin typeface="Cambria" panose="02040503050406030204" pitchFamily="18" charset="0"/>
              </a:rPr>
              <a:t>Cũng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báo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với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từ</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khóa</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static</a:t>
            </a:r>
          </a:p>
          <a:p>
            <a:pPr>
              <a:buNone/>
            </a:pPr>
            <a:r>
              <a:rPr lang="en-GB" sz="1800" b="0" i="0" dirty="0" err="1">
                <a:solidFill>
                  <a:srgbClr val="000000"/>
                </a:solidFill>
                <a:effectLst/>
                <a:latin typeface="Cambria" panose="02040503050406030204" pitchFamily="18" charset="0"/>
              </a:rPr>
              <a:t>cho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biết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phạm</a:t>
            </a:r>
            <a:r>
              <a:rPr lang="en-GB" sz="1800" b="0" i="0" dirty="0">
                <a:solidFill>
                  <a:srgbClr val="000000"/>
                </a:solidFill>
                <a:effectLst/>
                <a:latin typeface="Cambria" panose="02040503050406030204" pitchFamily="18" charset="0"/>
              </a:rPr>
              <a:t> vi </a:t>
            </a:r>
            <a:r>
              <a:rPr lang="en-GB" sz="1800" b="0" i="0" dirty="0" err="1">
                <a:solidFill>
                  <a:srgbClr val="000000"/>
                </a:solidFill>
                <a:effectLst/>
                <a:latin typeface="Cambria" panose="02040503050406030204" pitchFamily="18" charset="0"/>
              </a:rPr>
              <a:t>sử</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dụng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của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biến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này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chỉ</a:t>
            </a:r>
            <a:r>
              <a:rPr lang="en-GB" sz="1800" b="0" i="0" dirty="0">
                <a:solidFill>
                  <a:srgbClr val="000000"/>
                </a:solidFill>
                <a:effectLst/>
                <a:latin typeface="Cambria" panose="02040503050406030204" pitchFamily="18" charset="0"/>
              </a:rPr>
              <a:t> ở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file C </a:t>
            </a:r>
            <a:r>
              <a:rPr lang="en-GB" sz="1800" b="0" i="0" dirty="0" err="1">
                <a:solidFill>
                  <a:srgbClr val="000000"/>
                </a:solidFill>
                <a:effectLst/>
                <a:latin typeface="Cambria" panose="02040503050406030204" pitchFamily="18" charset="0"/>
              </a:rPr>
              <a:t>hiện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tại</a:t>
            </a:r>
            <a:r>
              <a:rPr lang="en-GB" sz="1800" b="0" i="0" dirty="0">
                <a:solidFill>
                  <a:srgbClr val="000000"/>
                </a:solidFill>
                <a:effectLst/>
                <a:latin typeface="Cambria" panose="02040503050406030204" pitchFamily="18" charset="0"/>
              </a:rPr>
              <a:t>.</a:t>
            </a:r>
          </a:p>
          <a:p>
            <a:pPr>
              <a:buNone/>
            </a:pPr>
            <a:r>
              <a:rPr lang="en-GB" sz="1800" b="0" i="0" dirty="0">
                <a:solidFill>
                  <a:srgbClr val="000000"/>
                </a:solidFill>
                <a:effectLst/>
                <a:latin typeface="SymbolMT"/>
              </a:rPr>
              <a:t>- </a:t>
            </a:r>
            <a:r>
              <a:rPr lang="en-GB" sz="1800" b="1" i="0" dirty="0">
                <a:solidFill>
                  <a:srgbClr val="000000"/>
                </a:solidFill>
                <a:effectLst/>
                <a:latin typeface="Cambria-Bold"/>
              </a:rPr>
              <a:t>Local variables: </a:t>
            </a:r>
            <a:r>
              <a:rPr lang="en-GB" sz="1800" b="0" i="0" dirty="0" err="1">
                <a:solidFill>
                  <a:srgbClr val="000000"/>
                </a:solidFill>
                <a:effectLst/>
                <a:latin typeface="Cambria" panose="02040503050406030204" pitchFamily="18" charset="0"/>
              </a:rPr>
              <a:t>biến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cục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bộ</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chia </a:t>
            </a:r>
            <a:r>
              <a:rPr lang="en-GB" sz="1800" b="0" i="0" dirty="0" err="1">
                <a:solidFill>
                  <a:srgbClr val="000000"/>
                </a:solidFill>
                <a:effectLst/>
                <a:latin typeface="Cambria" panose="02040503050406030204" pitchFamily="18" charset="0"/>
              </a:rPr>
              <a:t>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loại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chính</a:t>
            </a:r>
            <a:r>
              <a:rPr lang="en-GB" sz="1800" b="0" i="0" dirty="0">
                <a:solidFill>
                  <a:srgbClr val="000000"/>
                </a:solidFill>
                <a:effectLst/>
                <a:latin typeface="Cambria" panose="02040503050406030204" pitchFamily="18" charset="0"/>
              </a:rPr>
              <a:t>: simple local variable</a:t>
            </a:r>
          </a:p>
          <a:p>
            <a:pPr>
              <a:buNone/>
            </a:pPr>
            <a:r>
              <a:rPr lang="en-GB" sz="1800" b="0" i="0" dirty="0">
                <a:solidFill>
                  <a:srgbClr val="000000"/>
                </a:solidFill>
                <a:effectLst/>
                <a:latin typeface="Cambria" panose="02040503050406030204" pitchFamily="18" charset="0"/>
              </a:rPr>
              <a:t>(</a:t>
            </a:r>
            <a:r>
              <a:rPr lang="en-GB" sz="1800" b="0" i="0" dirty="0" err="1">
                <a:solidFill>
                  <a:srgbClr val="000000"/>
                </a:solidFill>
                <a:effectLst/>
                <a:latin typeface="Cambria" panose="02040503050406030204" pitchFamily="18" charset="0"/>
              </a:rPr>
              <a:t>còn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gọi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automatic variable) </a:t>
            </a:r>
            <a:r>
              <a:rPr lang="en-GB" sz="1800" b="0" i="0" dirty="0" err="1">
                <a:solidFill>
                  <a:srgbClr val="000000"/>
                </a:solidFill>
                <a:effectLst/>
                <a:latin typeface="Cambria" panose="02040503050406030204" pitchFamily="18" charset="0"/>
              </a:rPr>
              <a:t>và</a:t>
            </a:r>
            <a:r>
              <a:rPr lang="en-GB" sz="1800" b="0" i="0" dirty="0">
                <a:solidFill>
                  <a:srgbClr val="000000"/>
                </a:solidFill>
                <a:effectLst/>
                <a:latin typeface="Cambria" panose="02040503050406030204" pitchFamily="18" charset="0"/>
              </a:rPr>
              <a:t> static local variable (</a:t>
            </a:r>
            <a:r>
              <a:rPr lang="en-GB" sz="1800" b="0" i="0" dirty="0" err="1">
                <a:solidFill>
                  <a:srgbClr val="000000"/>
                </a:solidFill>
                <a:effectLst/>
                <a:latin typeface="Cambria" panose="02040503050406030204" pitchFamily="18" charset="0"/>
              </a:rPr>
              <a:t>biến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này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thời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gian</a:t>
            </a:r>
            <a:endParaRPr lang="en-GB" sz="1800" b="0" i="0" dirty="0">
              <a:solidFill>
                <a:srgbClr val="000000"/>
              </a:solidFill>
              <a:effectLst/>
              <a:latin typeface="Cambria" panose="02040503050406030204" pitchFamily="18" charset="0"/>
            </a:endParaRPr>
          </a:p>
          <a:p>
            <a:pPr>
              <a:buNone/>
            </a:pPr>
            <a:r>
              <a:rPr lang="en-GB" sz="1800" b="0" i="0" dirty="0" err="1">
                <a:solidFill>
                  <a:srgbClr val="000000"/>
                </a:solidFill>
                <a:effectLst/>
                <a:latin typeface="Cambria" panose="02040503050406030204" pitchFamily="18" charset="0"/>
              </a:rPr>
              <a:t>tồn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tại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suốt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quá</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chạy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của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chương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giá</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trị</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không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bị</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mất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thoát</a:t>
            </a:r>
            <a:endParaRPr lang="en-GB" sz="1800" b="0" i="0" dirty="0">
              <a:solidFill>
                <a:srgbClr val="000000"/>
              </a:solidFill>
              <a:effectLst/>
              <a:latin typeface="Cambria" panose="02040503050406030204" pitchFamily="18" charset="0"/>
            </a:endParaRPr>
          </a:p>
          <a:p>
            <a:pPr>
              <a:buNone/>
            </a:pP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a:t>
            </a:r>
          </a:p>
          <a:p>
            <a:pPr>
              <a:buNone/>
            </a:pPr>
            <a:r>
              <a:rPr lang="en-GB" sz="1800" b="0" i="0" dirty="0">
                <a:solidFill>
                  <a:srgbClr val="000000"/>
                </a:solidFill>
                <a:effectLst/>
                <a:latin typeface="SymbolMT"/>
              </a:rPr>
              <a:t>- </a:t>
            </a:r>
            <a:r>
              <a:rPr lang="en-GB" sz="1800" b="1" i="0" dirty="0" err="1">
                <a:solidFill>
                  <a:srgbClr val="000000"/>
                </a:solidFill>
                <a:effectLst/>
                <a:latin typeface="Cambria-Bold"/>
              </a:rPr>
              <a:t>Const</a:t>
            </a:r>
            <a:r>
              <a:rPr lang="en-GB" sz="1800" b="1" i="0" dirty="0">
                <a:solidFill>
                  <a:srgbClr val="000000"/>
                </a:solidFill>
                <a:effectLst/>
                <a:latin typeface="Cambria-Bold"/>
              </a:rPr>
              <a:t> data: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thể</a:t>
            </a:r>
            <a:r>
              <a:rPr lang="en-GB" sz="1800" b="0" i="0" dirty="0">
                <a:solidFill>
                  <a:srgbClr val="000000"/>
                </a:solidFill>
                <a:effectLst/>
                <a:latin typeface="Cambria" panose="02040503050406030204" pitchFamily="18" charset="0"/>
              </a:rPr>
              <a:t> chia </a:t>
            </a:r>
            <a:r>
              <a:rPr lang="en-GB" sz="1800" b="0" i="0" dirty="0" err="1">
                <a:solidFill>
                  <a:srgbClr val="000000"/>
                </a:solidFill>
                <a:effectLst/>
                <a:latin typeface="Cambria" panose="02040503050406030204" pitchFamily="18" charset="0"/>
              </a:rPr>
              <a:t>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loại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const</a:t>
            </a:r>
            <a:r>
              <a:rPr lang="en-GB" sz="1800" b="0" i="0" dirty="0">
                <a:solidFill>
                  <a:srgbClr val="000000"/>
                </a:solidFill>
                <a:effectLst/>
                <a:latin typeface="Cambria" panose="02040503050406030204" pitchFamily="18" charset="0"/>
              </a:rPr>
              <a:t> data types </a:t>
            </a:r>
            <a:r>
              <a:rPr lang="en-GB" sz="1800" b="0" i="0" dirty="0" err="1">
                <a:solidFill>
                  <a:srgbClr val="000000"/>
                </a:solidFill>
                <a:effectLst/>
                <a:latin typeface="Cambria" panose="02040503050406030204" pitchFamily="18" charset="0"/>
              </a:rPr>
              <a:t>và</a:t>
            </a:r>
            <a:r>
              <a:rPr lang="en-GB" sz="1800" b="0" i="0" dirty="0">
                <a:solidFill>
                  <a:srgbClr val="000000"/>
                </a:solidFill>
                <a:effectLst/>
                <a:latin typeface="Cambria" panose="02040503050406030204" pitchFamily="18" charset="0"/>
              </a:rPr>
              <a:t> string.</a:t>
            </a:r>
          </a:p>
          <a:p>
            <a:pPr>
              <a:buNone/>
            </a:pPr>
            <a:r>
              <a:rPr lang="en-GB" sz="1800" b="0" i="0" dirty="0">
                <a:solidFill>
                  <a:srgbClr val="000000"/>
                </a:solidFill>
                <a:effectLst/>
                <a:latin typeface="SymbolMT"/>
              </a:rPr>
              <a:t>- </a:t>
            </a:r>
            <a:r>
              <a:rPr lang="en-GB" sz="1800" b="1" i="0" dirty="0">
                <a:solidFill>
                  <a:srgbClr val="000000"/>
                </a:solidFill>
                <a:effectLst/>
                <a:latin typeface="Cambria-Bold"/>
              </a:rPr>
              <a:t>Routines: </a:t>
            </a:r>
            <a:r>
              <a:rPr lang="en-GB" sz="1800" b="0" i="0" dirty="0" err="1">
                <a:solidFill>
                  <a:srgbClr val="000000"/>
                </a:solidFill>
                <a:effectLst/>
                <a:latin typeface="Cambria" panose="02040503050406030204" pitchFamily="18" charset="0"/>
              </a:rPr>
              <a:t>chương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thực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chúng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assembly</a:t>
            </a:r>
          </a:p>
          <a:p>
            <a:pPr>
              <a:buNone/>
            </a:pPr>
            <a:r>
              <a:rPr lang="en-GB" sz="1800" b="0" i="0" dirty="0">
                <a:solidFill>
                  <a:srgbClr val="000000"/>
                </a:solidFill>
                <a:effectLst/>
                <a:latin typeface="Cambria" panose="02040503050406030204" pitchFamily="18" charset="0"/>
              </a:rPr>
              <a:t>instruction.</a:t>
            </a:r>
          </a:p>
          <a:p>
            <a:pPr>
              <a:buNone/>
            </a:pPr>
            <a:r>
              <a:rPr lang="en-GB" sz="1800" b="0" i="0" dirty="0">
                <a:solidFill>
                  <a:srgbClr val="000000"/>
                </a:solidFill>
                <a:effectLst/>
                <a:latin typeface="SymbolMT"/>
              </a:rPr>
              <a:t>- </a:t>
            </a:r>
            <a:r>
              <a:rPr lang="en-GB" sz="1800" b="1" i="0" dirty="0">
                <a:solidFill>
                  <a:srgbClr val="000000"/>
                </a:solidFill>
                <a:effectLst/>
                <a:latin typeface="Cambria-Bold"/>
              </a:rPr>
              <a:t>External resources: </a:t>
            </a:r>
            <a:r>
              <a:rPr lang="en-GB" sz="1800" b="0" i="0" dirty="0" err="1">
                <a:solidFill>
                  <a:srgbClr val="000000"/>
                </a:solidFill>
                <a:effectLst/>
                <a:latin typeface="Cambria" panose="02040503050406030204" pitchFamily="18" charset="0"/>
              </a:rPr>
              <a:t>gồm</a:t>
            </a:r>
            <a:r>
              <a:rPr lang="en-GB" sz="1800" b="0" i="0" dirty="0">
                <a:solidFill>
                  <a:srgbClr val="000000"/>
                </a:solidFill>
                <a:effectLst/>
                <a:latin typeface="Cambria" panose="02040503050406030204" pitchFamily="18" charset="0"/>
              </a:rPr>
              <a:t> global variable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báo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với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từ</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khóa</a:t>
            </a:r>
            <a:r>
              <a:rPr lang="en-GB" sz="1800" b="0" i="0" dirty="0">
                <a:solidFill>
                  <a:srgbClr val="000000"/>
                </a:solidFill>
                <a:effectLst/>
                <a:latin typeface="Cambria" panose="02040503050406030204" pitchFamily="18" charset="0"/>
              </a:rPr>
              <a:t> extern) </a:t>
            </a:r>
            <a:r>
              <a:rPr lang="en-GB" sz="1800" b="0" i="0" dirty="0" err="1">
                <a:solidFill>
                  <a:srgbClr val="000000"/>
                </a:solidFill>
                <a:effectLst/>
                <a:latin typeface="Cambria" panose="02040503050406030204" pitchFamily="18" charset="0"/>
              </a:rPr>
              <a:t>và</a:t>
            </a:r>
            <a:endParaRPr lang="en-GB" sz="1800" b="0" i="0" dirty="0">
              <a:solidFill>
                <a:srgbClr val="000000"/>
              </a:solidFill>
              <a:effectLst/>
              <a:latin typeface="Cambria" panose="02040503050406030204" pitchFamily="18" charset="0"/>
            </a:endParaRPr>
          </a:p>
          <a:p>
            <a:pPr>
              <a:buNone/>
            </a:pP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routines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định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nghĩa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bởi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a:t>
            </a:r>
            <a:r>
              <a:rPr lang="en-GB" sz="1800" b="0" i="0" dirty="0">
                <a:solidFill>
                  <a:srgbClr val="000000"/>
                </a:solidFill>
                <a:effectLst/>
                <a:latin typeface="Cambria" panose="02040503050406030204" pitchFamily="18" charset="0"/>
              </a:rPr>
              <a:t> file source C </a:t>
            </a:r>
            <a:r>
              <a:rPr lang="en-GB" sz="1800" b="0" i="0" dirty="0" err="1">
                <a:solidFill>
                  <a:srgbClr val="000000"/>
                </a:solidFill>
                <a:effectLst/>
                <a:latin typeface="Cambria" panose="02040503050406030204" pitchFamily="18" charset="0"/>
              </a:rPr>
              <a:t>khác</a:t>
            </a:r>
            <a:r>
              <a:rPr lang="en-GB" sz="1800" b="0" i="0" dirty="0">
                <a:solidFill>
                  <a:srgbClr val="000000"/>
                </a:solidFill>
                <a:effectLst/>
                <a:latin typeface="Cambria" panose="02040503050406030204" pitchFamily="18" charset="0"/>
              </a:rPr>
              <a:t>.</a:t>
            </a:r>
            <a:r>
              <a:rPr lang="en-GB" dirty="0"/>
              <a:t> </a:t>
            </a:r>
            <a:br>
              <a:rPr lang="en-GB" dirty="0"/>
            </a:br>
            <a:endParaRPr lang="en-GB" dirty="0"/>
          </a:p>
        </p:txBody>
      </p:sp>
    </p:spTree>
    <p:extLst>
      <p:ext uri="{BB962C8B-B14F-4D97-AF65-F5344CB8AC3E}">
        <p14:creationId xmlns:p14="http://schemas.microsoft.com/office/powerpoint/2010/main" val="27809043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Text Placeholder 5">
            <a:extLst>
              <a:ext uri="{FF2B5EF4-FFF2-40B4-BE49-F238E27FC236}">
                <a16:creationId xmlns:a16="http://schemas.microsoft.com/office/drawing/2014/main" id="{37423C9C-0455-3BC6-DE46-A583E0FFF600}"/>
              </a:ext>
            </a:extLst>
          </p:cNvPr>
          <p:cNvSpPr txBox="1">
            <a:spLocks/>
          </p:cNvSpPr>
          <p:nvPr/>
        </p:nvSpPr>
        <p:spPr>
          <a:xfrm>
            <a:off x="3050762" y="2548226"/>
            <a:ext cx="8778319" cy="914221"/>
          </a:xfrm>
          <a:prstGeom prst="rect">
            <a:avLst/>
          </a:prstGeom>
        </p:spPr>
        <p:txBody>
          <a:bodyPr>
            <a:normAutofit/>
          </a:bodyPr>
          <a:lstStyle>
            <a:lvl1pPr marL="0" marR="0" indent="0" algn="l" defTabSz="1828343" rtl="0" eaLnBrk="1" fontAlgn="auto" latinLnBrk="0" hangingPunct="1">
              <a:lnSpc>
                <a:spcPct val="90000"/>
              </a:lnSpc>
              <a:spcBef>
                <a:spcPts val="2000"/>
              </a:spcBef>
              <a:spcAft>
                <a:spcPts val="0"/>
              </a:spcAft>
              <a:buClrTx/>
              <a:buSzTx/>
              <a:buFont typeface="Arial" panose="020B0604020202020204" pitchFamily="34" charset="0"/>
              <a:buNone/>
              <a:tabLst/>
              <a:defRPr lang="en-US" sz="3599" kern="1200" dirty="0">
                <a:solidFill>
                  <a:schemeClr val="tx1"/>
                </a:solidFill>
                <a:latin typeface="FS PF BeauSans Pro" panose="02000500000000020004" pitchFamily="2" charset="0"/>
                <a:ea typeface="+mn-ea"/>
                <a:cs typeface="+mn-cs"/>
              </a:defRPr>
            </a:lvl1pPr>
            <a:lvl2pPr marL="1371257"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2pPr>
            <a:lvl3pPr marL="2285429"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3pPr>
            <a:lvl4pPr marL="3199600"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4pPr>
            <a:lvl5pPr marL="4113771"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5pPr>
            <a:lvl6pPr marL="5027943"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6pPr>
            <a:lvl7pPr marL="5942114"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7pPr>
            <a:lvl8pPr marL="6856286"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8pPr>
            <a:lvl9pPr marL="7770457"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9pPr>
          </a:lstStyle>
          <a:p>
            <a:r>
              <a:rPr lang="en-GB" sz="2400">
                <a:solidFill>
                  <a:srgbClr val="EE0033"/>
                </a:solidFill>
                <a:cs typeface="Sarabun" pitchFamily="2" charset="-34"/>
              </a:rPr>
              <a:t>HỆ THỐNG ĐIỀU HÀNH CHỈ HUY</a:t>
            </a:r>
          </a:p>
        </p:txBody>
      </p:sp>
      <p:sp>
        <p:nvSpPr>
          <p:cNvPr id="72" name="Text Placeholder 6">
            <a:extLst>
              <a:ext uri="{FF2B5EF4-FFF2-40B4-BE49-F238E27FC236}">
                <a16:creationId xmlns:a16="http://schemas.microsoft.com/office/drawing/2014/main" id="{6942F4F4-403C-A5D9-5273-5A8EA84754FC}"/>
              </a:ext>
            </a:extLst>
          </p:cNvPr>
          <p:cNvSpPr txBox="1">
            <a:spLocks/>
          </p:cNvSpPr>
          <p:nvPr/>
        </p:nvSpPr>
        <p:spPr>
          <a:xfrm>
            <a:off x="1433804" y="2765326"/>
            <a:ext cx="914221" cy="914221"/>
          </a:xfrm>
          <a:prstGeom prst="rect">
            <a:avLst/>
          </a:prstGeom>
        </p:spPr>
        <p:txBody>
          <a:bodyPr vert="horz" lIns="91423" tIns="45711" rIns="91423" bIns="45711" rtlCol="0">
            <a:normAutofit/>
          </a:bodyPr>
          <a:lstStyle>
            <a:lvl1pPr marL="0" indent="0" algn="l" defTabSz="914400" rtl="0" eaLnBrk="1" latinLnBrk="0" hangingPunct="1">
              <a:lnSpc>
                <a:spcPct val="90000"/>
              </a:lnSpc>
              <a:spcBef>
                <a:spcPts val="1000"/>
              </a:spcBef>
              <a:buFont typeface="Arial" panose="020B0604020202020204" pitchFamily="34" charset="0"/>
              <a:buNone/>
              <a:defRPr sz="5000" b="1" kern="1200">
                <a:solidFill>
                  <a:schemeClr val="bg1"/>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4999" b="0">
                <a:latin typeface="FS PF BeauSans Pro" panose="02000500000000020004" pitchFamily="2" charset="0"/>
                <a:cs typeface="Sarabun" pitchFamily="2" charset="-34"/>
              </a:rPr>
              <a:t>II</a:t>
            </a:r>
          </a:p>
        </p:txBody>
      </p:sp>
    </p:spTree>
    <p:extLst>
      <p:ext uri="{BB962C8B-B14F-4D97-AF65-F5344CB8AC3E}">
        <p14:creationId xmlns:p14="http://schemas.microsoft.com/office/powerpoint/2010/main" val="2247102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7682C1-4F4C-8709-1BE3-5AD444F21838}"/>
              </a:ext>
            </a:extLst>
          </p:cNvPr>
          <p:cNvSpPr/>
          <p:nvPr/>
        </p:nvSpPr>
        <p:spPr>
          <a:xfrm>
            <a:off x="2194668" y="1189111"/>
            <a:ext cx="6722097" cy="369332"/>
          </a:xfrm>
          <a:prstGeom prst="rect">
            <a:avLst/>
          </a:prstGeom>
        </p:spPr>
        <p:txBody>
          <a:bodyPr wrap="none">
            <a:spAutoFit/>
          </a:bodyPr>
          <a:lstStyle/>
          <a:p>
            <a:r>
              <a:rPr lang="en-US" dirty="0" err="1"/>
              <a:t>Khai</a:t>
            </a:r>
            <a:r>
              <a:rPr lang="en-US" dirty="0"/>
              <a:t> </a:t>
            </a:r>
            <a:r>
              <a:rPr lang="en-US" dirty="0" err="1"/>
              <a:t>báo</a:t>
            </a:r>
            <a:r>
              <a:rPr lang="en-US" dirty="0"/>
              <a:t>: </a:t>
            </a:r>
            <a:r>
              <a:rPr lang="en-US" dirty="0" err="1"/>
              <a:t>là</a:t>
            </a:r>
            <a:r>
              <a:rPr lang="en-US" dirty="0"/>
              <a:t> </a:t>
            </a:r>
            <a:r>
              <a:rPr lang="en-US" dirty="0" err="1"/>
              <a:t>thông</a:t>
            </a:r>
            <a:r>
              <a:rPr lang="en-US" dirty="0"/>
              <a:t> </a:t>
            </a:r>
            <a:r>
              <a:rPr lang="en-US" dirty="0" err="1"/>
              <a:t>báo</a:t>
            </a:r>
            <a:r>
              <a:rPr lang="en-US" dirty="0"/>
              <a:t> </a:t>
            </a:r>
            <a:r>
              <a:rPr lang="en-US" dirty="0" err="1"/>
              <a:t>các</a:t>
            </a:r>
            <a:r>
              <a:rPr lang="en-US" dirty="0"/>
              <a:t> </a:t>
            </a:r>
            <a:r>
              <a:rPr lang="en-US" dirty="0" err="1"/>
              <a:t>thuộc</a:t>
            </a:r>
            <a:r>
              <a:rPr lang="en-US" dirty="0"/>
              <a:t> </a:t>
            </a:r>
            <a:r>
              <a:rPr lang="en-US" dirty="0" err="1"/>
              <a:t>tính</a:t>
            </a:r>
            <a:r>
              <a:rPr lang="en-US" dirty="0"/>
              <a:t> </a:t>
            </a:r>
            <a:r>
              <a:rPr lang="en-US" dirty="0" err="1"/>
              <a:t>của</a:t>
            </a:r>
            <a:r>
              <a:rPr lang="en-US" dirty="0"/>
              <a:t> </a:t>
            </a:r>
            <a:r>
              <a:rPr lang="en-US" dirty="0" err="1"/>
              <a:t>một</a:t>
            </a:r>
            <a:r>
              <a:rPr lang="en-US" dirty="0"/>
              <a:t> </a:t>
            </a:r>
            <a:r>
              <a:rPr lang="en-US" dirty="0" err="1"/>
              <a:t>biến</a:t>
            </a:r>
            <a:r>
              <a:rPr lang="en-US" dirty="0"/>
              <a:t> (</a:t>
            </a:r>
            <a:r>
              <a:rPr lang="en-US" dirty="0" err="1"/>
              <a:t>tên</a:t>
            </a:r>
            <a:r>
              <a:rPr lang="en-US" dirty="0"/>
              <a:t>, </a:t>
            </a:r>
            <a:r>
              <a:rPr lang="en-US" dirty="0" err="1"/>
              <a:t>kiểu</a:t>
            </a:r>
            <a:r>
              <a:rPr lang="en-US" dirty="0"/>
              <a:t> </a:t>
            </a:r>
            <a:r>
              <a:rPr lang="en-US" dirty="0" err="1"/>
              <a:t>dữ</a:t>
            </a:r>
            <a:r>
              <a:rPr lang="en-US" dirty="0"/>
              <a:t> </a:t>
            </a:r>
            <a:r>
              <a:rPr lang="en-US" dirty="0" err="1"/>
              <a:t>liệu</a:t>
            </a:r>
            <a:r>
              <a:rPr lang="en-US" dirty="0"/>
              <a:t>) </a:t>
            </a:r>
          </a:p>
        </p:txBody>
      </p:sp>
      <p:sp>
        <p:nvSpPr>
          <p:cNvPr id="3" name="Rectangle 2">
            <a:extLst>
              <a:ext uri="{FF2B5EF4-FFF2-40B4-BE49-F238E27FC236}">
                <a16:creationId xmlns:a16="http://schemas.microsoft.com/office/drawing/2014/main" id="{6C66424E-86E1-61E1-C02C-1FE58F83F7A4}"/>
              </a:ext>
            </a:extLst>
          </p:cNvPr>
          <p:cNvSpPr/>
          <p:nvPr/>
        </p:nvSpPr>
        <p:spPr>
          <a:xfrm>
            <a:off x="2194667" y="2003363"/>
            <a:ext cx="8315866" cy="646331"/>
          </a:xfrm>
          <a:prstGeom prst="rect">
            <a:avLst/>
          </a:prstGeom>
        </p:spPr>
        <p:txBody>
          <a:bodyPr wrap="none">
            <a:spAutoFit/>
          </a:bodyPr>
          <a:lstStyle/>
          <a:p>
            <a:r>
              <a:rPr lang="en-US" dirty="0" err="1"/>
              <a:t>Định</a:t>
            </a:r>
            <a:r>
              <a:rPr lang="en-US" dirty="0"/>
              <a:t> </a:t>
            </a:r>
            <a:r>
              <a:rPr lang="en-US" dirty="0" err="1"/>
              <a:t>nghĩa</a:t>
            </a:r>
            <a:r>
              <a:rPr lang="en-US" dirty="0"/>
              <a:t>: </a:t>
            </a:r>
            <a:r>
              <a:rPr lang="en-US" dirty="0" err="1"/>
              <a:t>là</a:t>
            </a:r>
            <a:r>
              <a:rPr lang="en-US" dirty="0"/>
              <a:t> </a:t>
            </a:r>
            <a:r>
              <a:rPr lang="en-US" dirty="0" err="1"/>
              <a:t>yêu</a:t>
            </a:r>
            <a:r>
              <a:rPr lang="en-US" dirty="0"/>
              <a:t> </a:t>
            </a:r>
            <a:r>
              <a:rPr lang="en-US" dirty="0" err="1"/>
              <a:t>cầu</a:t>
            </a:r>
            <a:r>
              <a:rPr lang="en-US" dirty="0"/>
              <a:t> </a:t>
            </a:r>
            <a:r>
              <a:rPr lang="en-US" dirty="0" err="1"/>
              <a:t>cấp</a:t>
            </a:r>
            <a:r>
              <a:rPr lang="en-US" dirty="0"/>
              <a:t> </a:t>
            </a:r>
            <a:r>
              <a:rPr lang="en-US" dirty="0" err="1"/>
              <a:t>phát</a:t>
            </a:r>
            <a:r>
              <a:rPr lang="en-US" dirty="0"/>
              <a:t> </a:t>
            </a:r>
            <a:r>
              <a:rPr lang="en-US" dirty="0" err="1"/>
              <a:t>bộ</a:t>
            </a:r>
            <a:r>
              <a:rPr lang="en-US" dirty="0"/>
              <a:t> </a:t>
            </a:r>
            <a:r>
              <a:rPr lang="en-US" dirty="0" err="1"/>
              <a:t>nhớ</a:t>
            </a:r>
            <a:r>
              <a:rPr lang="en-US" dirty="0"/>
              <a:t> </a:t>
            </a:r>
            <a:r>
              <a:rPr lang="en-US" dirty="0" err="1"/>
              <a:t>cho</a:t>
            </a:r>
            <a:r>
              <a:rPr lang="en-US" dirty="0"/>
              <a:t> </a:t>
            </a:r>
            <a:r>
              <a:rPr lang="en-US" dirty="0" err="1"/>
              <a:t>biến</a:t>
            </a:r>
            <a:r>
              <a:rPr lang="en-US" dirty="0"/>
              <a:t> </a:t>
            </a:r>
            <a:r>
              <a:rPr lang="en-US" dirty="0" err="1"/>
              <a:t>đó</a:t>
            </a:r>
            <a:r>
              <a:rPr lang="en-US" dirty="0"/>
              <a:t>, </a:t>
            </a:r>
            <a:r>
              <a:rPr lang="en-US" dirty="0" err="1"/>
              <a:t>đồng</a:t>
            </a:r>
            <a:r>
              <a:rPr lang="en-US" dirty="0"/>
              <a:t> </a:t>
            </a:r>
            <a:r>
              <a:rPr lang="en-US" dirty="0" err="1"/>
              <a:t>thời</a:t>
            </a:r>
            <a:r>
              <a:rPr lang="en-US" dirty="0"/>
              <a:t> </a:t>
            </a:r>
            <a:r>
              <a:rPr lang="en-US" dirty="0" err="1"/>
              <a:t>đóng</a:t>
            </a:r>
            <a:r>
              <a:rPr lang="en-US" dirty="0"/>
              <a:t> </a:t>
            </a:r>
            <a:r>
              <a:rPr lang="en-US" dirty="0" err="1"/>
              <a:t>vai</a:t>
            </a:r>
            <a:r>
              <a:rPr lang="en-US" dirty="0"/>
              <a:t> </a:t>
            </a:r>
            <a:r>
              <a:rPr lang="en-US" dirty="0" err="1"/>
              <a:t>trò</a:t>
            </a:r>
            <a:r>
              <a:rPr lang="en-US" dirty="0"/>
              <a:t> </a:t>
            </a:r>
            <a:r>
              <a:rPr lang="en-US" dirty="0" err="1"/>
              <a:t>là</a:t>
            </a:r>
            <a:r>
              <a:rPr lang="en-US" dirty="0"/>
              <a:t> </a:t>
            </a:r>
            <a:r>
              <a:rPr lang="en-US" dirty="0" err="1"/>
              <a:t>khai</a:t>
            </a:r>
            <a:r>
              <a:rPr lang="en-US" dirty="0"/>
              <a:t> </a:t>
            </a:r>
            <a:r>
              <a:rPr lang="en-US" dirty="0" err="1"/>
              <a:t>báo</a:t>
            </a:r>
            <a:r>
              <a:rPr lang="en-US" dirty="0"/>
              <a:t> </a:t>
            </a:r>
          </a:p>
          <a:p>
            <a:r>
              <a:rPr lang="en-US" dirty="0" err="1"/>
              <a:t>cho</a:t>
            </a:r>
            <a:r>
              <a:rPr lang="en-US" dirty="0"/>
              <a:t> </a:t>
            </a:r>
            <a:r>
              <a:rPr lang="en-US" dirty="0" err="1"/>
              <a:t>phần</a:t>
            </a:r>
            <a:r>
              <a:rPr lang="en-US" dirty="0"/>
              <a:t> </a:t>
            </a:r>
            <a:r>
              <a:rPr lang="en-US" dirty="0" err="1"/>
              <a:t>còn</a:t>
            </a:r>
            <a:r>
              <a:rPr lang="en-US" dirty="0"/>
              <a:t> </a:t>
            </a:r>
            <a:r>
              <a:rPr lang="en-US" dirty="0" err="1"/>
              <a:t>lại</a:t>
            </a:r>
            <a:r>
              <a:rPr lang="en-US" dirty="0"/>
              <a:t> </a:t>
            </a:r>
            <a:r>
              <a:rPr lang="en-US" dirty="0" err="1"/>
              <a:t>của</a:t>
            </a:r>
            <a:r>
              <a:rPr lang="en-US" dirty="0"/>
              <a:t> file .c </a:t>
            </a:r>
            <a:r>
              <a:rPr lang="en-US" dirty="0" err="1"/>
              <a:t>đó</a:t>
            </a:r>
            <a:r>
              <a:rPr lang="en-US" dirty="0"/>
              <a:t>.</a:t>
            </a:r>
          </a:p>
        </p:txBody>
      </p:sp>
      <p:sp>
        <p:nvSpPr>
          <p:cNvPr id="4" name="Rectangle 3">
            <a:extLst>
              <a:ext uri="{FF2B5EF4-FFF2-40B4-BE49-F238E27FC236}">
                <a16:creationId xmlns:a16="http://schemas.microsoft.com/office/drawing/2014/main" id="{D0F77EDF-5D0A-3D64-DDCF-3383B0228A2D}"/>
              </a:ext>
            </a:extLst>
          </p:cNvPr>
          <p:cNvSpPr/>
          <p:nvPr/>
        </p:nvSpPr>
        <p:spPr>
          <a:xfrm>
            <a:off x="2194667" y="2817615"/>
            <a:ext cx="9229321" cy="646331"/>
          </a:xfrm>
          <a:prstGeom prst="rect">
            <a:avLst/>
          </a:prstGeom>
        </p:spPr>
        <p:txBody>
          <a:bodyPr wrap="none">
            <a:spAutoFit/>
          </a:bodyPr>
          <a:lstStyle/>
          <a:p>
            <a:r>
              <a:rPr lang="en-US" dirty="0" err="1"/>
              <a:t>Nếu</a:t>
            </a:r>
            <a:r>
              <a:rPr lang="en-US" dirty="0"/>
              <a:t> 1 </a:t>
            </a:r>
            <a:r>
              <a:rPr lang="en-US" dirty="0" err="1"/>
              <a:t>biến</a:t>
            </a:r>
            <a:r>
              <a:rPr lang="en-US" dirty="0"/>
              <a:t> </a:t>
            </a:r>
            <a:r>
              <a:rPr lang="en-US" dirty="0" err="1"/>
              <a:t>được</a:t>
            </a:r>
            <a:r>
              <a:rPr lang="en-US" dirty="0"/>
              <a:t> </a:t>
            </a:r>
            <a:r>
              <a:rPr lang="en-US" dirty="0" err="1"/>
              <a:t>định</a:t>
            </a:r>
            <a:r>
              <a:rPr lang="en-US" dirty="0"/>
              <a:t> </a:t>
            </a:r>
            <a:r>
              <a:rPr lang="en-US" dirty="0" err="1"/>
              <a:t>nghĩa</a:t>
            </a:r>
            <a:r>
              <a:rPr lang="en-US" dirty="0"/>
              <a:t> ở 1 file .C </a:t>
            </a:r>
            <a:r>
              <a:rPr lang="en-US" dirty="0" err="1"/>
              <a:t>khác</a:t>
            </a:r>
            <a:r>
              <a:rPr lang="en-US" dirty="0"/>
              <a:t> </a:t>
            </a:r>
            <a:r>
              <a:rPr lang="en-US" dirty="0" err="1"/>
              <a:t>với</a:t>
            </a:r>
            <a:r>
              <a:rPr lang="en-US" dirty="0"/>
              <a:t> </a:t>
            </a:r>
            <a:r>
              <a:rPr lang="en-US" dirty="0" err="1"/>
              <a:t>nơi</a:t>
            </a:r>
            <a:r>
              <a:rPr lang="en-US" dirty="0"/>
              <a:t> file .C </a:t>
            </a:r>
            <a:r>
              <a:rPr lang="en-US" dirty="0" err="1"/>
              <a:t>nó</a:t>
            </a:r>
            <a:r>
              <a:rPr lang="en-US" dirty="0"/>
              <a:t> </a:t>
            </a:r>
            <a:r>
              <a:rPr lang="en-US" dirty="0" err="1"/>
              <a:t>được</a:t>
            </a:r>
            <a:r>
              <a:rPr lang="en-US" dirty="0"/>
              <a:t> </a:t>
            </a:r>
            <a:r>
              <a:rPr lang="en-US" dirty="0" err="1"/>
              <a:t>sử</a:t>
            </a:r>
            <a:r>
              <a:rPr lang="en-US" dirty="0"/>
              <a:t> </a:t>
            </a:r>
            <a:r>
              <a:rPr lang="en-US" dirty="0" err="1"/>
              <a:t>dụng</a:t>
            </a:r>
            <a:r>
              <a:rPr lang="en-US" dirty="0"/>
              <a:t> </a:t>
            </a:r>
            <a:r>
              <a:rPr lang="en-US" dirty="0" err="1"/>
              <a:t>thì</a:t>
            </a:r>
            <a:r>
              <a:rPr lang="en-US" dirty="0"/>
              <a:t> </a:t>
            </a:r>
            <a:r>
              <a:rPr lang="en-US" dirty="0" err="1"/>
              <a:t>phải</a:t>
            </a:r>
            <a:r>
              <a:rPr lang="en-US" dirty="0"/>
              <a:t> </a:t>
            </a:r>
            <a:r>
              <a:rPr lang="en-US" dirty="0" err="1"/>
              <a:t>khai</a:t>
            </a:r>
            <a:r>
              <a:rPr lang="en-US" dirty="0"/>
              <a:t> </a:t>
            </a:r>
            <a:r>
              <a:rPr lang="en-US" dirty="0" err="1"/>
              <a:t>báo</a:t>
            </a:r>
            <a:r>
              <a:rPr lang="en-US" dirty="0"/>
              <a:t> </a:t>
            </a:r>
            <a:r>
              <a:rPr lang="en-US" dirty="0" err="1"/>
              <a:t>biến</a:t>
            </a:r>
            <a:endParaRPr lang="en-US" dirty="0"/>
          </a:p>
          <a:p>
            <a:r>
              <a:rPr lang="en-US" dirty="0" err="1"/>
              <a:t>đó</a:t>
            </a:r>
            <a:r>
              <a:rPr lang="en-US" dirty="0"/>
              <a:t> </a:t>
            </a:r>
            <a:r>
              <a:rPr lang="en-US" dirty="0" err="1"/>
              <a:t>với</a:t>
            </a:r>
            <a:r>
              <a:rPr lang="en-US" dirty="0"/>
              <a:t> </a:t>
            </a:r>
            <a:r>
              <a:rPr lang="en-US" dirty="0" err="1"/>
              <a:t>từ</a:t>
            </a:r>
            <a:r>
              <a:rPr lang="en-US" dirty="0"/>
              <a:t> </a:t>
            </a:r>
            <a:r>
              <a:rPr lang="en-US" dirty="0" err="1"/>
              <a:t>khóa</a:t>
            </a:r>
            <a:r>
              <a:rPr lang="en-US" dirty="0"/>
              <a:t> extern</a:t>
            </a:r>
          </a:p>
        </p:txBody>
      </p:sp>
      <p:sp>
        <p:nvSpPr>
          <p:cNvPr id="5" name="Title 28">
            <a:extLst>
              <a:ext uri="{FF2B5EF4-FFF2-40B4-BE49-F238E27FC236}">
                <a16:creationId xmlns:a16="http://schemas.microsoft.com/office/drawing/2014/main" id="{71F5CBF5-8E2A-C382-CE99-93BABB6A070A}"/>
              </a:ext>
            </a:extLst>
          </p:cNvPr>
          <p:cNvSpPr txBox="1">
            <a:spLocks/>
          </p:cNvSpPr>
          <p:nvPr/>
        </p:nvSpPr>
        <p:spPr>
          <a:xfrm>
            <a:off x="301029" y="200515"/>
            <a:ext cx="10513547" cy="511855"/>
          </a:xfrm>
          <a:prstGeom prst="rect">
            <a:avLst/>
          </a:prstGeom>
        </p:spPr>
        <p:txBody>
          <a:bodyPr anchor="b"/>
          <a:lstStyle>
            <a:lvl1pPr algn="ctr" defTabSz="1828343" rtl="0" eaLnBrk="1" latinLnBrk="0" hangingPunct="1">
              <a:lnSpc>
                <a:spcPct val="90000"/>
              </a:lnSpc>
              <a:spcBef>
                <a:spcPct val="0"/>
              </a:spcBef>
              <a:buNone/>
              <a:defRPr lang="en-US" sz="11997" kern="1200">
                <a:solidFill>
                  <a:srgbClr val="EE0033"/>
                </a:solidFill>
                <a:latin typeface="FS PF BeauSans Pro SemiBold" panose="02000503000000020004" pitchFamily="2" charset="0"/>
                <a:ea typeface="+mn-ea"/>
                <a:cs typeface="+mn-cs"/>
              </a:defRPr>
            </a:lvl1pPr>
          </a:lstStyle>
          <a:p>
            <a:pPr algn="l"/>
            <a:r>
              <a:rPr lang="en-GB" sz="2400" dirty="0">
                <a:latin typeface="FS PF BeauSans Pro" panose="02000500000000020004" pitchFamily="2" charset="0"/>
                <a:cs typeface="Sarabun" pitchFamily="2" charset="-34"/>
              </a:rPr>
              <a:t>I. Khai </a:t>
            </a:r>
            <a:r>
              <a:rPr lang="en-GB" sz="2400" dirty="0" err="1">
                <a:latin typeface="FS PF BeauSans Pro" panose="02000500000000020004" pitchFamily="2" charset="0"/>
                <a:cs typeface="Sarabun" pitchFamily="2" charset="-34"/>
              </a:rPr>
              <a:t>báo</a:t>
            </a:r>
            <a:r>
              <a:rPr lang="en-GB" sz="2400" dirty="0">
                <a:latin typeface="FS PF BeauSans Pro" panose="02000500000000020004" pitchFamily="2" charset="0"/>
                <a:cs typeface="Sarabun" pitchFamily="2" charset="-34"/>
              </a:rPr>
              <a:t> </a:t>
            </a:r>
            <a:r>
              <a:rPr lang="en-GB" sz="2400" dirty="0" err="1">
                <a:latin typeface="FS PF BeauSans Pro" panose="02000500000000020004" pitchFamily="2" charset="0"/>
                <a:cs typeface="Sarabun" pitchFamily="2" charset="-34"/>
              </a:rPr>
              <a:t>và</a:t>
            </a:r>
            <a:r>
              <a:rPr lang="en-GB" sz="2400" dirty="0">
                <a:latin typeface="FS PF BeauSans Pro" panose="02000500000000020004" pitchFamily="2" charset="0"/>
                <a:cs typeface="Sarabun" pitchFamily="2" charset="-34"/>
              </a:rPr>
              <a:t> </a:t>
            </a:r>
            <a:r>
              <a:rPr lang="en-GB" sz="2400" dirty="0" err="1">
                <a:latin typeface="FS PF BeauSans Pro" panose="02000500000000020004" pitchFamily="2" charset="0"/>
                <a:cs typeface="Sarabun" pitchFamily="2" charset="-34"/>
              </a:rPr>
              <a:t>định</a:t>
            </a:r>
            <a:r>
              <a:rPr lang="en-GB" sz="2400" dirty="0">
                <a:latin typeface="FS PF BeauSans Pro" panose="02000500000000020004" pitchFamily="2" charset="0"/>
                <a:cs typeface="Sarabun" pitchFamily="2" charset="-34"/>
              </a:rPr>
              <a:t> </a:t>
            </a:r>
            <a:r>
              <a:rPr lang="en-GB" sz="2400" dirty="0" err="1">
                <a:latin typeface="FS PF BeauSans Pro" panose="02000500000000020004" pitchFamily="2" charset="0"/>
                <a:cs typeface="Sarabun" pitchFamily="2" charset="-34"/>
              </a:rPr>
              <a:t>nghĩa</a:t>
            </a:r>
            <a:r>
              <a:rPr lang="en-GB" sz="2400" dirty="0">
                <a:latin typeface="FS PF BeauSans Pro" panose="02000500000000020004" pitchFamily="2" charset="0"/>
                <a:cs typeface="Sarabun" pitchFamily="2" charset="-34"/>
              </a:rPr>
              <a:t>:</a:t>
            </a:r>
            <a:endParaRPr lang="vi-VN" sz="2400" dirty="0">
              <a:latin typeface="FS PF BeauSans Pro" panose="02000500000000020004" pitchFamily="2" charset="0"/>
              <a:cs typeface="Sarabun" pitchFamily="2" charset="-34"/>
            </a:endParaRPr>
          </a:p>
        </p:txBody>
      </p:sp>
    </p:spTree>
    <p:extLst>
      <p:ext uri="{BB962C8B-B14F-4D97-AF65-F5344CB8AC3E}">
        <p14:creationId xmlns:p14="http://schemas.microsoft.com/office/powerpoint/2010/main" val="3979434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043E352-7DE3-729E-8B8E-F6CBD655E2E9}"/>
              </a:ext>
            </a:extLst>
          </p:cNvPr>
          <p:cNvSpPr/>
          <p:nvPr/>
        </p:nvSpPr>
        <p:spPr>
          <a:xfrm>
            <a:off x="603835" y="605637"/>
            <a:ext cx="1750416" cy="369332"/>
          </a:xfrm>
          <a:prstGeom prst="rect">
            <a:avLst/>
          </a:prstGeom>
        </p:spPr>
        <p:txBody>
          <a:bodyPr wrap="none">
            <a:spAutoFit/>
          </a:bodyPr>
          <a:lstStyle/>
          <a:p>
            <a:r>
              <a:rPr lang="en-US" dirty="0"/>
              <a:t>External variable</a:t>
            </a:r>
          </a:p>
        </p:txBody>
      </p:sp>
      <p:sp>
        <p:nvSpPr>
          <p:cNvPr id="3" name="Rectangle 2">
            <a:extLst>
              <a:ext uri="{FF2B5EF4-FFF2-40B4-BE49-F238E27FC236}">
                <a16:creationId xmlns:a16="http://schemas.microsoft.com/office/drawing/2014/main" id="{ACCAD344-5BFE-1031-D2A7-E6EFB0327358}"/>
              </a:ext>
            </a:extLst>
          </p:cNvPr>
          <p:cNvSpPr/>
          <p:nvPr/>
        </p:nvSpPr>
        <p:spPr>
          <a:xfrm>
            <a:off x="603835" y="1138535"/>
            <a:ext cx="6096000" cy="923330"/>
          </a:xfrm>
          <a:prstGeom prst="rect">
            <a:avLst/>
          </a:prstGeom>
        </p:spPr>
        <p:txBody>
          <a:bodyPr>
            <a:spAutoFit/>
          </a:bodyPr>
          <a:lstStyle/>
          <a:p>
            <a:r>
              <a:rPr lang="vi-VN" dirty="0"/>
              <a:t>Các biến bên ngoài được định nghĩa bên ngoài bất kỳ hàm nào, và do đó có khả năng được sử dụng bởi nhiều hàm. </a:t>
            </a:r>
            <a:endParaRPr lang="en-US" dirty="0"/>
          </a:p>
        </p:txBody>
      </p:sp>
      <p:sp>
        <p:nvSpPr>
          <p:cNvPr id="4" name="Rectangle 3">
            <a:extLst>
              <a:ext uri="{FF2B5EF4-FFF2-40B4-BE49-F238E27FC236}">
                <a16:creationId xmlns:a16="http://schemas.microsoft.com/office/drawing/2014/main" id="{4906A812-F8FA-F97B-5AB6-00CC3C373EAA}"/>
              </a:ext>
            </a:extLst>
          </p:cNvPr>
          <p:cNvSpPr/>
          <p:nvPr/>
        </p:nvSpPr>
        <p:spPr>
          <a:xfrm>
            <a:off x="1367246" y="5575389"/>
            <a:ext cx="6096000" cy="923330"/>
          </a:xfrm>
          <a:prstGeom prst="rect">
            <a:avLst/>
          </a:prstGeom>
        </p:spPr>
        <p:txBody>
          <a:bodyPr>
            <a:spAutoFit/>
          </a:bodyPr>
          <a:lstStyle/>
          <a:p>
            <a:r>
              <a:rPr lang="en-US" dirty="0" err="1"/>
              <a:t>Các</a:t>
            </a:r>
            <a:r>
              <a:rPr lang="en-US" dirty="0"/>
              <a:t> h</a:t>
            </a:r>
            <a:r>
              <a:rPr lang="vi-VN" dirty="0"/>
              <a:t>àm luôn luôn là đối tượng bên ngoài, bởi vì ngôn ngữ C không cho phép định nghĩa một hàm bên trong một hàm khác.</a:t>
            </a:r>
            <a:endParaRPr lang="en-US" dirty="0"/>
          </a:p>
        </p:txBody>
      </p:sp>
      <p:sp>
        <p:nvSpPr>
          <p:cNvPr id="5" name="TextBox 4">
            <a:extLst>
              <a:ext uri="{FF2B5EF4-FFF2-40B4-BE49-F238E27FC236}">
                <a16:creationId xmlns:a16="http://schemas.microsoft.com/office/drawing/2014/main" id="{72E0E0F3-8170-E07C-E595-9D243F8074EF}"/>
              </a:ext>
            </a:extLst>
          </p:cNvPr>
          <p:cNvSpPr txBox="1"/>
          <p:nvPr/>
        </p:nvSpPr>
        <p:spPr>
          <a:xfrm>
            <a:off x="1367246" y="2333897"/>
            <a:ext cx="10783145" cy="1200329"/>
          </a:xfrm>
          <a:prstGeom prst="rect">
            <a:avLst/>
          </a:prstGeom>
          <a:noFill/>
        </p:spPr>
        <p:txBody>
          <a:bodyPr wrap="none" rtlCol="0">
            <a:spAutoFit/>
          </a:bodyPr>
          <a:lstStyle/>
          <a:p>
            <a:r>
              <a:rPr lang="en-US" dirty="0" err="1"/>
              <a:t>Nó</a:t>
            </a:r>
            <a:r>
              <a:rPr lang="en-US" dirty="0"/>
              <a:t> </a:t>
            </a:r>
            <a:r>
              <a:rPr lang="en-US" dirty="0" err="1"/>
              <a:t>có</a:t>
            </a:r>
            <a:r>
              <a:rPr lang="en-US" dirty="0"/>
              <a:t> </a:t>
            </a:r>
            <a:r>
              <a:rPr lang="en-US" dirty="0" err="1"/>
              <a:t>khả</a:t>
            </a:r>
            <a:r>
              <a:rPr lang="en-US" dirty="0"/>
              <a:t> </a:t>
            </a:r>
            <a:r>
              <a:rPr lang="en-US" dirty="0" err="1"/>
              <a:t>năng</a:t>
            </a:r>
            <a:r>
              <a:rPr lang="en-US" dirty="0"/>
              <a:t> </a:t>
            </a:r>
            <a:r>
              <a:rPr lang="en-US" dirty="0" err="1"/>
              <a:t>tồn</a:t>
            </a:r>
            <a:r>
              <a:rPr lang="en-US" dirty="0"/>
              <a:t> </a:t>
            </a:r>
            <a:r>
              <a:rPr lang="en-US" dirty="0" err="1"/>
              <a:t>tại</a:t>
            </a:r>
            <a:r>
              <a:rPr lang="en-US" dirty="0"/>
              <a:t> </a:t>
            </a:r>
            <a:r>
              <a:rPr lang="en-US" dirty="0" err="1"/>
              <a:t>vĩnh</a:t>
            </a:r>
            <a:r>
              <a:rPr lang="en-US" dirty="0"/>
              <a:t> </a:t>
            </a:r>
            <a:r>
              <a:rPr lang="en-US" dirty="0" err="1"/>
              <a:t>viễn</a:t>
            </a:r>
            <a:r>
              <a:rPr lang="en-US" dirty="0"/>
              <a:t> </a:t>
            </a:r>
            <a:r>
              <a:rPr lang="en-US" dirty="0" err="1"/>
              <a:t>trong</a:t>
            </a:r>
            <a:r>
              <a:rPr lang="en-US" dirty="0"/>
              <a:t> </a:t>
            </a:r>
            <a:r>
              <a:rPr lang="en-US" dirty="0" err="1"/>
              <a:t>suốt</a:t>
            </a:r>
            <a:r>
              <a:rPr lang="en-US" dirty="0"/>
              <a:t> </a:t>
            </a:r>
            <a:r>
              <a:rPr lang="en-US" dirty="0" err="1"/>
              <a:t>quá</a:t>
            </a:r>
            <a:r>
              <a:rPr lang="en-US" dirty="0"/>
              <a:t> </a:t>
            </a:r>
            <a:r>
              <a:rPr lang="en-US" dirty="0" err="1"/>
              <a:t>trình</a:t>
            </a:r>
            <a:r>
              <a:rPr lang="en-US" dirty="0"/>
              <a:t> </a:t>
            </a:r>
            <a:r>
              <a:rPr lang="en-US" dirty="0" err="1"/>
              <a:t>chương</a:t>
            </a:r>
            <a:r>
              <a:rPr lang="en-US" dirty="0"/>
              <a:t> </a:t>
            </a:r>
            <a:r>
              <a:rPr lang="en-US" dirty="0" err="1"/>
              <a:t>trình</a:t>
            </a:r>
            <a:r>
              <a:rPr lang="en-US" dirty="0"/>
              <a:t> </a:t>
            </a:r>
            <a:r>
              <a:rPr lang="en-US" dirty="0" err="1"/>
              <a:t>chạy</a:t>
            </a:r>
            <a:r>
              <a:rPr lang="en-US" dirty="0"/>
              <a:t>. </a:t>
            </a:r>
            <a:r>
              <a:rPr lang="en-US" dirty="0" err="1"/>
              <a:t>Nó</a:t>
            </a:r>
            <a:r>
              <a:rPr lang="en-US" dirty="0"/>
              <a:t> </a:t>
            </a:r>
            <a:r>
              <a:rPr lang="en-US" dirty="0" err="1"/>
              <a:t>giữ</a:t>
            </a:r>
            <a:r>
              <a:rPr lang="en-US" dirty="0"/>
              <a:t> </a:t>
            </a:r>
            <a:r>
              <a:rPr lang="en-US" dirty="0" err="1"/>
              <a:t>giá</a:t>
            </a:r>
            <a:r>
              <a:rPr lang="en-US" dirty="0"/>
              <a:t> </a:t>
            </a:r>
            <a:r>
              <a:rPr lang="en-US" dirty="0" err="1"/>
              <a:t>trình</a:t>
            </a:r>
            <a:r>
              <a:rPr lang="en-US" dirty="0"/>
              <a:t> </a:t>
            </a:r>
            <a:r>
              <a:rPr lang="en-US" dirty="0" err="1"/>
              <a:t>từ</a:t>
            </a:r>
            <a:r>
              <a:rPr lang="en-US" dirty="0"/>
              <a:t> </a:t>
            </a:r>
            <a:r>
              <a:rPr lang="en-US" dirty="0" err="1"/>
              <a:t>lần</a:t>
            </a:r>
            <a:br>
              <a:rPr lang="en-US" dirty="0"/>
            </a:br>
            <a:r>
              <a:rPr lang="en-US" dirty="0" err="1"/>
              <a:t>gọi</a:t>
            </a:r>
            <a:r>
              <a:rPr lang="en-US" dirty="0"/>
              <a:t> </a:t>
            </a:r>
            <a:r>
              <a:rPr lang="en-US" dirty="0" err="1"/>
              <a:t>hàm</a:t>
            </a:r>
            <a:r>
              <a:rPr lang="en-US" dirty="0"/>
              <a:t> </a:t>
            </a:r>
            <a:r>
              <a:rPr lang="en-US" dirty="0" err="1"/>
              <a:t>này</a:t>
            </a:r>
            <a:r>
              <a:rPr lang="en-US" dirty="0"/>
              <a:t> sang </a:t>
            </a:r>
            <a:r>
              <a:rPr lang="en-US" dirty="0" err="1"/>
              <a:t>lần</a:t>
            </a:r>
            <a:r>
              <a:rPr lang="en-US" dirty="0"/>
              <a:t> </a:t>
            </a:r>
            <a:r>
              <a:rPr lang="en-US" dirty="0" err="1"/>
              <a:t>gọi</a:t>
            </a:r>
            <a:r>
              <a:rPr lang="en-US" dirty="0"/>
              <a:t> </a:t>
            </a:r>
            <a:r>
              <a:rPr lang="en-US" dirty="0" err="1"/>
              <a:t>hàm</a:t>
            </a:r>
            <a:r>
              <a:rPr lang="en-US" dirty="0"/>
              <a:t> </a:t>
            </a:r>
            <a:r>
              <a:rPr lang="en-US" dirty="0" err="1"/>
              <a:t>tiếp</a:t>
            </a:r>
            <a:r>
              <a:rPr lang="en-US" dirty="0"/>
              <a:t> </a:t>
            </a:r>
            <a:r>
              <a:rPr lang="en-US" dirty="0" err="1"/>
              <a:t>theo.</a:t>
            </a:r>
            <a:br>
              <a:rPr lang="en-US" dirty="0"/>
            </a:br>
            <a:r>
              <a:rPr lang="en-US" dirty="0" err="1"/>
              <a:t>Nói</a:t>
            </a:r>
            <a:r>
              <a:rPr lang="en-US" dirty="0"/>
              <a:t> </a:t>
            </a:r>
            <a:r>
              <a:rPr lang="en-US" dirty="0" err="1"/>
              <a:t>cũng</a:t>
            </a:r>
            <a:r>
              <a:rPr lang="en-US" dirty="0"/>
              <a:t> </a:t>
            </a:r>
            <a:r>
              <a:rPr lang="en-US" dirty="0" err="1"/>
              <a:t>được</a:t>
            </a:r>
            <a:r>
              <a:rPr lang="en-US" dirty="0"/>
              <a:t> </a:t>
            </a:r>
            <a:r>
              <a:rPr lang="en-US" dirty="0" err="1"/>
              <a:t>sử</a:t>
            </a:r>
            <a:r>
              <a:rPr lang="en-US" dirty="0"/>
              <a:t> </a:t>
            </a:r>
            <a:r>
              <a:rPr lang="en-US" dirty="0" err="1"/>
              <a:t>dụng</a:t>
            </a:r>
            <a:r>
              <a:rPr lang="en-US" dirty="0"/>
              <a:t> </a:t>
            </a:r>
            <a:r>
              <a:rPr lang="en-US" dirty="0" err="1"/>
              <a:t>cho</a:t>
            </a:r>
            <a:r>
              <a:rPr lang="en-US" dirty="0"/>
              <a:t> </a:t>
            </a:r>
            <a:r>
              <a:rPr lang="en-US" dirty="0" err="1"/>
              <a:t>viecj</a:t>
            </a:r>
            <a:r>
              <a:rPr lang="en-US" dirty="0"/>
              <a:t> </a:t>
            </a:r>
            <a:r>
              <a:rPr lang="en-US" dirty="0" err="1"/>
              <a:t>truyền</a:t>
            </a:r>
            <a:r>
              <a:rPr lang="en-US" dirty="0"/>
              <a:t> </a:t>
            </a:r>
            <a:r>
              <a:rPr lang="en-US" dirty="0" err="1"/>
              <a:t>dũ</a:t>
            </a:r>
            <a:r>
              <a:rPr lang="en-US" dirty="0"/>
              <a:t> </a:t>
            </a:r>
            <a:r>
              <a:rPr lang="en-US" dirty="0" err="1"/>
              <a:t>liệu</a:t>
            </a:r>
            <a:r>
              <a:rPr lang="en-US" dirty="0"/>
              <a:t> </a:t>
            </a:r>
            <a:r>
              <a:rPr lang="en-US" dirty="0" err="1"/>
              <a:t>khi</a:t>
            </a:r>
            <a:r>
              <a:rPr lang="en-US" dirty="0"/>
              <a:t> 2 hay </a:t>
            </a:r>
            <a:r>
              <a:rPr lang="en-US" dirty="0" err="1"/>
              <a:t>nhiều</a:t>
            </a:r>
            <a:r>
              <a:rPr lang="en-US" dirty="0"/>
              <a:t> </a:t>
            </a:r>
            <a:r>
              <a:rPr lang="en-US" dirty="0" err="1"/>
              <a:t>hàm</a:t>
            </a:r>
            <a:r>
              <a:rPr lang="en-US" dirty="0"/>
              <a:t> </a:t>
            </a:r>
            <a:r>
              <a:rPr lang="en-US" dirty="0" err="1"/>
              <a:t>cần</a:t>
            </a:r>
            <a:r>
              <a:rPr lang="en-US" dirty="0"/>
              <a:t> chia </a:t>
            </a:r>
            <a:r>
              <a:rPr lang="en-US" dirty="0" err="1"/>
              <a:t>sẻ</a:t>
            </a:r>
            <a:r>
              <a:rPr lang="en-US" dirty="0"/>
              <a:t> </a:t>
            </a:r>
            <a:r>
              <a:rPr lang="en-US" dirty="0" err="1"/>
              <a:t>dữ</a:t>
            </a:r>
            <a:r>
              <a:rPr lang="en-US" dirty="0"/>
              <a:t> </a:t>
            </a:r>
            <a:r>
              <a:rPr lang="en-US" dirty="0" err="1"/>
              <a:t>liệu</a:t>
            </a:r>
            <a:r>
              <a:rPr lang="en-US" dirty="0"/>
              <a:t>. </a:t>
            </a:r>
            <a:r>
              <a:rPr lang="en-US" dirty="0" err="1"/>
              <a:t>Nó</a:t>
            </a:r>
            <a:r>
              <a:rPr lang="en-US" dirty="0"/>
              <a:t> </a:t>
            </a:r>
            <a:r>
              <a:rPr lang="en-US" dirty="0" err="1"/>
              <a:t>giúp</a:t>
            </a:r>
            <a:r>
              <a:rPr lang="en-US" dirty="0"/>
              <a:t> </a:t>
            </a:r>
            <a:r>
              <a:rPr lang="en-US" dirty="0" err="1"/>
              <a:t>tránh</a:t>
            </a:r>
            <a:r>
              <a:rPr lang="en-US" dirty="0"/>
              <a:t> </a:t>
            </a:r>
            <a:r>
              <a:rPr lang="en-US" dirty="0" err="1"/>
              <a:t>việ</a:t>
            </a:r>
            <a:r>
              <a:rPr lang="en-US" dirty="0"/>
              <a:t> </a:t>
            </a:r>
            <a:r>
              <a:rPr lang="en-US" dirty="0" err="1"/>
              <a:t>truyền</a:t>
            </a:r>
            <a:r>
              <a:rPr lang="en-US" dirty="0"/>
              <a:t> </a:t>
            </a:r>
            <a:br>
              <a:rPr lang="en-US" dirty="0"/>
            </a:br>
            <a:r>
              <a:rPr lang="en-US" dirty="0" err="1"/>
              <a:t>hàng</a:t>
            </a:r>
            <a:r>
              <a:rPr lang="en-US" dirty="0"/>
              <a:t> </a:t>
            </a:r>
            <a:r>
              <a:rPr lang="en-US" dirty="0" err="1"/>
              <a:t>dái</a:t>
            </a:r>
            <a:r>
              <a:rPr lang="en-US" dirty="0"/>
              <a:t> </a:t>
            </a:r>
            <a:r>
              <a:rPr lang="en-US" dirty="0" err="1"/>
              <a:t>các</a:t>
            </a:r>
            <a:r>
              <a:rPr lang="en-US" dirty="0"/>
              <a:t> </a:t>
            </a:r>
            <a:r>
              <a:rPr lang="en-US" dirty="0" err="1"/>
              <a:t>đối</a:t>
            </a:r>
            <a:r>
              <a:rPr lang="en-US" dirty="0"/>
              <a:t> </a:t>
            </a:r>
            <a:r>
              <a:rPr lang="en-US" dirty="0" err="1"/>
              <a:t>số</a:t>
            </a:r>
            <a:r>
              <a:rPr lang="en-US" dirty="0"/>
              <a:t> </a:t>
            </a:r>
            <a:r>
              <a:rPr lang="en-US" dirty="0" err="1"/>
              <a:t>dài</a:t>
            </a:r>
            <a:r>
              <a:rPr lang="en-US" dirty="0"/>
              <a:t> </a:t>
            </a:r>
            <a:r>
              <a:rPr lang="en-US" dirty="0" err="1"/>
              <a:t>dòng</a:t>
            </a:r>
            <a:r>
              <a:rPr lang="en-US" dirty="0"/>
              <a:t>. </a:t>
            </a:r>
          </a:p>
        </p:txBody>
      </p:sp>
      <p:sp>
        <p:nvSpPr>
          <p:cNvPr id="6" name="Rectangle 5">
            <a:extLst>
              <a:ext uri="{FF2B5EF4-FFF2-40B4-BE49-F238E27FC236}">
                <a16:creationId xmlns:a16="http://schemas.microsoft.com/office/drawing/2014/main" id="{852F99F8-D41D-9D7B-648B-3A948671EDDB}"/>
              </a:ext>
            </a:extLst>
          </p:cNvPr>
          <p:cNvSpPr/>
          <p:nvPr/>
        </p:nvSpPr>
        <p:spPr>
          <a:xfrm>
            <a:off x="2761228" y="4017892"/>
            <a:ext cx="2129557" cy="369332"/>
          </a:xfrm>
          <a:prstGeom prst="rect">
            <a:avLst/>
          </a:prstGeom>
        </p:spPr>
        <p:txBody>
          <a:bodyPr wrap="none">
            <a:spAutoFit/>
          </a:bodyPr>
          <a:lstStyle/>
          <a:p>
            <a:r>
              <a:rPr lang="en-US" dirty="0"/>
              <a:t>double </a:t>
            </a:r>
            <a:r>
              <a:rPr lang="en-US" dirty="0" err="1"/>
              <a:t>atof</a:t>
            </a:r>
            <a:r>
              <a:rPr lang="en-US" dirty="0"/>
              <a:t>(char []);</a:t>
            </a:r>
          </a:p>
        </p:txBody>
      </p:sp>
      <p:sp>
        <p:nvSpPr>
          <p:cNvPr id="7" name="TextBox 6">
            <a:extLst>
              <a:ext uri="{FF2B5EF4-FFF2-40B4-BE49-F238E27FC236}">
                <a16:creationId xmlns:a16="http://schemas.microsoft.com/office/drawing/2014/main" id="{E5912318-0A80-2E1C-F091-7D2BAC6F067D}"/>
              </a:ext>
            </a:extLst>
          </p:cNvPr>
          <p:cNvSpPr txBox="1"/>
          <p:nvPr/>
        </p:nvSpPr>
        <p:spPr>
          <a:xfrm>
            <a:off x="1793966" y="3683726"/>
            <a:ext cx="7810087" cy="369332"/>
          </a:xfrm>
          <a:prstGeom prst="rect">
            <a:avLst/>
          </a:prstGeom>
          <a:noFill/>
        </p:spPr>
        <p:txBody>
          <a:bodyPr wrap="none" rtlCol="0">
            <a:spAutoFit/>
          </a:bodyPr>
          <a:lstStyle/>
          <a:p>
            <a:r>
              <a:rPr lang="en-US" dirty="0" err="1"/>
              <a:t>Khai</a:t>
            </a:r>
            <a:r>
              <a:rPr lang="en-US" dirty="0"/>
              <a:t> </a:t>
            </a:r>
            <a:r>
              <a:rPr lang="en-US" dirty="0" err="1"/>
              <a:t>báo</a:t>
            </a:r>
            <a:r>
              <a:rPr lang="en-US" dirty="0"/>
              <a:t> </a:t>
            </a:r>
            <a:r>
              <a:rPr lang="en-US" dirty="0" err="1"/>
              <a:t>hàm</a:t>
            </a:r>
            <a:r>
              <a:rPr lang="en-US" dirty="0"/>
              <a:t> </a:t>
            </a:r>
            <a:r>
              <a:rPr lang="en-US" dirty="0" err="1"/>
              <a:t>mà</a:t>
            </a:r>
            <a:r>
              <a:rPr lang="en-US" dirty="0"/>
              <a:t> </a:t>
            </a:r>
            <a:r>
              <a:rPr lang="en-US" dirty="0" err="1"/>
              <a:t>không</a:t>
            </a:r>
            <a:r>
              <a:rPr lang="en-US" dirty="0"/>
              <a:t> </a:t>
            </a:r>
            <a:r>
              <a:rPr lang="en-US" dirty="0" err="1"/>
              <a:t>ghi</a:t>
            </a:r>
            <a:r>
              <a:rPr lang="en-US" dirty="0"/>
              <a:t> </a:t>
            </a:r>
            <a:r>
              <a:rPr lang="en-US" dirty="0" err="1"/>
              <a:t>rõ</a:t>
            </a:r>
            <a:r>
              <a:rPr lang="en-US" dirty="0"/>
              <a:t> </a:t>
            </a:r>
            <a:r>
              <a:rPr lang="en-US" dirty="0" err="1"/>
              <a:t>khiể</a:t>
            </a:r>
            <a:r>
              <a:rPr lang="en-US" dirty="0"/>
              <a:t> </a:t>
            </a:r>
            <a:r>
              <a:rPr lang="en-US" dirty="0" err="1"/>
              <a:t>dữ</a:t>
            </a:r>
            <a:r>
              <a:rPr lang="en-US" dirty="0"/>
              <a:t> </a:t>
            </a:r>
            <a:r>
              <a:rPr lang="en-US" dirty="0" err="1"/>
              <a:t>liệu</a:t>
            </a:r>
            <a:r>
              <a:rPr lang="en-US" dirty="0"/>
              <a:t> </a:t>
            </a:r>
            <a:r>
              <a:rPr lang="en-US" dirty="0" err="1"/>
              <a:t>trả</a:t>
            </a:r>
            <a:r>
              <a:rPr lang="en-US" dirty="0"/>
              <a:t> </a:t>
            </a:r>
            <a:r>
              <a:rPr lang="en-US" dirty="0" err="1"/>
              <a:t>về</a:t>
            </a:r>
            <a:r>
              <a:rPr lang="en-US" dirty="0"/>
              <a:t> </a:t>
            </a:r>
            <a:r>
              <a:rPr lang="en-US" dirty="0" err="1"/>
              <a:t>thì</a:t>
            </a:r>
            <a:r>
              <a:rPr lang="en-US" dirty="0"/>
              <a:t> </a:t>
            </a:r>
            <a:r>
              <a:rPr lang="en-US" dirty="0" err="1"/>
              <a:t>nó</a:t>
            </a:r>
            <a:r>
              <a:rPr lang="en-US" dirty="0"/>
              <a:t> </a:t>
            </a:r>
            <a:r>
              <a:rPr lang="en-US" dirty="0" err="1"/>
              <a:t>mặc</a:t>
            </a:r>
            <a:r>
              <a:rPr lang="en-US" dirty="0"/>
              <a:t> </a:t>
            </a:r>
            <a:r>
              <a:rPr lang="en-US" dirty="0" err="1"/>
              <a:t>định</a:t>
            </a:r>
            <a:r>
              <a:rPr lang="en-US" dirty="0"/>
              <a:t> </a:t>
            </a:r>
            <a:r>
              <a:rPr lang="en-US" dirty="0" err="1"/>
              <a:t>trả</a:t>
            </a:r>
            <a:r>
              <a:rPr lang="en-US" dirty="0"/>
              <a:t> </a:t>
            </a:r>
            <a:r>
              <a:rPr lang="en-US" dirty="0" err="1"/>
              <a:t>về</a:t>
            </a:r>
            <a:r>
              <a:rPr lang="en-US" dirty="0"/>
              <a:t> </a:t>
            </a:r>
            <a:r>
              <a:rPr lang="en-US" dirty="0" err="1"/>
              <a:t>triueer</a:t>
            </a:r>
            <a:r>
              <a:rPr lang="en-US" dirty="0"/>
              <a:t> </a:t>
            </a:r>
            <a:r>
              <a:rPr lang="en-US" dirty="0" err="1"/>
              <a:t>int</a:t>
            </a:r>
            <a:endParaRPr lang="en-US" dirty="0"/>
          </a:p>
        </p:txBody>
      </p:sp>
      <p:sp>
        <p:nvSpPr>
          <p:cNvPr id="8" name="TextBox 7">
            <a:extLst>
              <a:ext uri="{FF2B5EF4-FFF2-40B4-BE49-F238E27FC236}">
                <a16:creationId xmlns:a16="http://schemas.microsoft.com/office/drawing/2014/main" id="{5EAC2543-71EC-F866-B258-23526E0F73B3}"/>
              </a:ext>
            </a:extLst>
          </p:cNvPr>
          <p:cNvSpPr txBox="1"/>
          <p:nvPr/>
        </p:nvSpPr>
        <p:spPr>
          <a:xfrm>
            <a:off x="1663338" y="4323975"/>
            <a:ext cx="9842182" cy="923330"/>
          </a:xfrm>
          <a:prstGeom prst="rect">
            <a:avLst/>
          </a:prstGeom>
          <a:noFill/>
        </p:spPr>
        <p:txBody>
          <a:bodyPr wrap="none" rtlCol="0">
            <a:spAutoFit/>
          </a:bodyPr>
          <a:lstStyle/>
          <a:p>
            <a:r>
              <a:rPr lang="en-US" dirty="0" err="1"/>
              <a:t>Trong</a:t>
            </a:r>
            <a:r>
              <a:rPr lang="en-US" dirty="0"/>
              <a:t> C </a:t>
            </a:r>
            <a:r>
              <a:rPr lang="en-US" dirty="0" err="1"/>
              <a:t>cũ</a:t>
            </a:r>
            <a:r>
              <a:rPr lang="en-US" dirty="0"/>
              <a:t> </a:t>
            </a:r>
            <a:r>
              <a:rPr lang="en-US" dirty="0" err="1"/>
              <a:t>nếu</a:t>
            </a:r>
            <a:r>
              <a:rPr lang="en-US" dirty="0"/>
              <a:t> </a:t>
            </a:r>
            <a:r>
              <a:rPr lang="en-US" dirty="0" err="1"/>
              <a:t>không</a:t>
            </a:r>
            <a:r>
              <a:rPr lang="en-US" dirty="0"/>
              <a:t> </a:t>
            </a:r>
            <a:r>
              <a:rPr lang="en-US" dirty="0" err="1"/>
              <a:t>có</a:t>
            </a:r>
            <a:r>
              <a:rPr lang="en-US" dirty="0"/>
              <a:t> </a:t>
            </a:r>
            <a:r>
              <a:rPr lang="en-US" dirty="0" err="1"/>
              <a:t>truyền</a:t>
            </a:r>
            <a:r>
              <a:rPr lang="en-US" dirty="0"/>
              <a:t> </a:t>
            </a:r>
            <a:r>
              <a:rPr lang="en-US" dirty="0" err="1"/>
              <a:t>tham</a:t>
            </a:r>
            <a:r>
              <a:rPr lang="en-US" dirty="0"/>
              <a:t> </a:t>
            </a:r>
            <a:r>
              <a:rPr lang="en-US" dirty="0" err="1"/>
              <a:t>số</a:t>
            </a:r>
            <a:r>
              <a:rPr lang="en-US" dirty="0"/>
              <a:t> </a:t>
            </a:r>
            <a:r>
              <a:rPr lang="en-US" dirty="0" err="1"/>
              <a:t>vào</a:t>
            </a:r>
            <a:r>
              <a:rPr lang="en-US" dirty="0"/>
              <a:t> </a:t>
            </a:r>
            <a:r>
              <a:rPr lang="en-US" dirty="0" err="1"/>
              <a:t>hàm</a:t>
            </a:r>
            <a:r>
              <a:rPr lang="en-US" dirty="0"/>
              <a:t> </a:t>
            </a:r>
            <a:r>
              <a:rPr lang="en-US" dirty="0" err="1"/>
              <a:t>thì</a:t>
            </a:r>
            <a:r>
              <a:rPr lang="en-US" dirty="0"/>
              <a:t> </a:t>
            </a:r>
            <a:r>
              <a:rPr lang="en-US" dirty="0" err="1"/>
              <a:t>ghi</a:t>
            </a:r>
            <a:r>
              <a:rPr lang="en-US" dirty="0"/>
              <a:t> void, </a:t>
            </a:r>
            <a:r>
              <a:rPr lang="en-US" dirty="0" err="1"/>
              <a:t>nếu</a:t>
            </a:r>
            <a:r>
              <a:rPr lang="en-US" dirty="0"/>
              <a:t> </a:t>
            </a:r>
            <a:r>
              <a:rPr lang="en-US" dirty="0" err="1"/>
              <a:t>để</a:t>
            </a:r>
            <a:r>
              <a:rPr lang="en-US" dirty="0"/>
              <a:t> </a:t>
            </a:r>
            <a:r>
              <a:rPr lang="en-US" dirty="0" err="1"/>
              <a:t>trống</a:t>
            </a:r>
            <a:r>
              <a:rPr lang="en-US" dirty="0"/>
              <a:t>, </a:t>
            </a:r>
            <a:r>
              <a:rPr lang="en-US" dirty="0" err="1"/>
              <a:t>nó</a:t>
            </a:r>
            <a:r>
              <a:rPr lang="en-US" dirty="0"/>
              <a:t> </a:t>
            </a:r>
            <a:r>
              <a:rPr lang="en-US" dirty="0" err="1"/>
              <a:t>sẽ</a:t>
            </a:r>
            <a:r>
              <a:rPr lang="en-US" dirty="0"/>
              <a:t> </a:t>
            </a:r>
            <a:r>
              <a:rPr lang="en-US" dirty="0" err="1"/>
              <a:t>tự</a:t>
            </a:r>
            <a:r>
              <a:rPr lang="en-US" dirty="0"/>
              <a:t> </a:t>
            </a:r>
            <a:r>
              <a:rPr lang="en-US" dirty="0" err="1"/>
              <a:t>động</a:t>
            </a:r>
            <a:r>
              <a:rPr lang="en-US" dirty="0"/>
              <a:t> </a:t>
            </a:r>
          </a:p>
          <a:p>
            <a:r>
              <a:rPr lang="en-US" dirty="0" err="1"/>
              <a:t>hiểu</a:t>
            </a:r>
            <a:r>
              <a:rPr lang="en-US" dirty="0"/>
              <a:t> </a:t>
            </a:r>
            <a:r>
              <a:rPr lang="en-US" dirty="0" err="1"/>
              <a:t>là</a:t>
            </a:r>
            <a:r>
              <a:rPr lang="en-US" dirty="0"/>
              <a:t> </a:t>
            </a:r>
            <a:r>
              <a:rPr lang="en-US" dirty="0" err="1"/>
              <a:t>tắt</a:t>
            </a:r>
            <a:r>
              <a:rPr lang="en-US" dirty="0"/>
              <a:t> </a:t>
            </a:r>
            <a:r>
              <a:rPr lang="en-US" dirty="0" err="1"/>
              <a:t>tính</a:t>
            </a:r>
            <a:r>
              <a:rPr lang="en-US" dirty="0"/>
              <a:t> </a:t>
            </a:r>
            <a:r>
              <a:rPr lang="en-US" dirty="0" err="1"/>
              <a:t>năng</a:t>
            </a:r>
            <a:r>
              <a:rPr lang="en-US" dirty="0"/>
              <a:t> </a:t>
            </a:r>
            <a:r>
              <a:rPr lang="en-US" dirty="0" err="1"/>
              <a:t>kiểm</a:t>
            </a:r>
            <a:r>
              <a:rPr lang="en-US" dirty="0"/>
              <a:t> </a:t>
            </a:r>
            <a:r>
              <a:rPr lang="en-US" dirty="0" err="1"/>
              <a:t>tra</a:t>
            </a:r>
            <a:r>
              <a:rPr lang="en-US" dirty="0"/>
              <a:t> </a:t>
            </a:r>
            <a:r>
              <a:rPr lang="en-US" dirty="0" err="1"/>
              <a:t>chứ</a:t>
            </a:r>
            <a:r>
              <a:rPr lang="en-US" dirty="0"/>
              <a:t> </a:t>
            </a:r>
            <a:r>
              <a:rPr lang="en-US" dirty="0" err="1"/>
              <a:t>không</a:t>
            </a:r>
            <a:r>
              <a:rPr lang="en-US" dirty="0"/>
              <a:t> </a:t>
            </a:r>
            <a:r>
              <a:rPr lang="en-US" dirty="0" err="1"/>
              <a:t>phải</a:t>
            </a:r>
            <a:r>
              <a:rPr lang="en-US" dirty="0"/>
              <a:t> </a:t>
            </a:r>
            <a:r>
              <a:rPr lang="en-US" dirty="0" err="1"/>
              <a:t>là</a:t>
            </a:r>
            <a:r>
              <a:rPr lang="en-US" dirty="0"/>
              <a:t> </a:t>
            </a:r>
            <a:r>
              <a:rPr lang="en-US" dirty="0" err="1"/>
              <a:t>không</a:t>
            </a:r>
            <a:r>
              <a:rPr lang="en-US" dirty="0"/>
              <a:t> </a:t>
            </a:r>
            <a:r>
              <a:rPr lang="en-US" dirty="0" err="1"/>
              <a:t>truyền</a:t>
            </a:r>
            <a:r>
              <a:rPr lang="en-US" dirty="0"/>
              <a:t> </a:t>
            </a:r>
            <a:r>
              <a:rPr lang="en-US" dirty="0" err="1"/>
              <a:t>tham</a:t>
            </a:r>
            <a:r>
              <a:rPr lang="en-US" dirty="0"/>
              <a:t> </a:t>
            </a:r>
            <a:r>
              <a:rPr lang="en-US" dirty="0" err="1"/>
              <a:t>số</a:t>
            </a:r>
            <a:r>
              <a:rPr lang="en-US" dirty="0"/>
              <a:t>. </a:t>
            </a:r>
            <a:r>
              <a:rPr lang="en-US" dirty="0" err="1"/>
              <a:t>Lúc</a:t>
            </a:r>
            <a:r>
              <a:rPr lang="en-US" dirty="0"/>
              <a:t> </a:t>
            </a:r>
            <a:r>
              <a:rPr lang="en-US" dirty="0" err="1"/>
              <a:t>này</a:t>
            </a:r>
            <a:r>
              <a:rPr lang="en-US" dirty="0"/>
              <a:t> </a:t>
            </a:r>
            <a:r>
              <a:rPr lang="en-US" dirty="0" err="1"/>
              <a:t>nó</a:t>
            </a:r>
            <a:r>
              <a:rPr lang="en-US" dirty="0"/>
              <a:t> </a:t>
            </a:r>
            <a:r>
              <a:rPr lang="en-US" dirty="0" err="1"/>
              <a:t>hiểu</a:t>
            </a:r>
            <a:r>
              <a:rPr lang="en-US" dirty="0"/>
              <a:t> </a:t>
            </a:r>
            <a:r>
              <a:rPr lang="en-US" dirty="0" err="1"/>
              <a:t>là</a:t>
            </a:r>
            <a:r>
              <a:rPr lang="en-US" dirty="0"/>
              <a:t> </a:t>
            </a:r>
            <a:r>
              <a:rPr lang="en-US" dirty="0" err="1"/>
              <a:t>truyền</a:t>
            </a:r>
            <a:r>
              <a:rPr lang="en-US" dirty="0"/>
              <a:t> </a:t>
            </a:r>
            <a:r>
              <a:rPr lang="en-US" dirty="0" err="1"/>
              <a:t>gì</a:t>
            </a:r>
            <a:r>
              <a:rPr lang="en-US" dirty="0"/>
              <a:t> </a:t>
            </a:r>
            <a:r>
              <a:rPr lang="en-US" dirty="0" err="1"/>
              <a:t>vào</a:t>
            </a:r>
            <a:r>
              <a:rPr lang="en-US" dirty="0"/>
              <a:t> </a:t>
            </a:r>
          </a:p>
          <a:p>
            <a:r>
              <a:rPr lang="en-US" dirty="0" err="1"/>
              <a:t>Cũng</a:t>
            </a:r>
            <a:r>
              <a:rPr lang="en-US" dirty="0"/>
              <a:t> </a:t>
            </a:r>
            <a:r>
              <a:rPr lang="en-US" dirty="0" err="1"/>
              <a:t>được</a:t>
            </a:r>
            <a:r>
              <a:rPr lang="en-US" dirty="0"/>
              <a:t>.</a:t>
            </a:r>
          </a:p>
        </p:txBody>
      </p:sp>
    </p:spTree>
    <p:extLst>
      <p:ext uri="{BB962C8B-B14F-4D97-AF65-F5344CB8AC3E}">
        <p14:creationId xmlns:p14="http://schemas.microsoft.com/office/powerpoint/2010/main" val="37322400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EDECA0F-4198-2E8D-FDB6-28AA581CB0C1}"/>
              </a:ext>
            </a:extLst>
          </p:cNvPr>
          <p:cNvPicPr>
            <a:picLocks noChangeAspect="1"/>
          </p:cNvPicPr>
          <p:nvPr/>
        </p:nvPicPr>
        <p:blipFill>
          <a:blip r:embed="rId2"/>
          <a:stretch>
            <a:fillRect/>
          </a:stretch>
        </p:blipFill>
        <p:spPr>
          <a:xfrm>
            <a:off x="2773563" y="788976"/>
            <a:ext cx="5582429" cy="1228896"/>
          </a:xfrm>
          <a:prstGeom prst="rect">
            <a:avLst/>
          </a:prstGeom>
        </p:spPr>
      </p:pic>
      <p:sp>
        <p:nvSpPr>
          <p:cNvPr id="3" name="TextBox 2">
            <a:extLst>
              <a:ext uri="{FF2B5EF4-FFF2-40B4-BE49-F238E27FC236}">
                <a16:creationId xmlns:a16="http://schemas.microsoft.com/office/drawing/2014/main" id="{ED4D8FDD-3C48-3C60-B548-FB37CA583413}"/>
              </a:ext>
            </a:extLst>
          </p:cNvPr>
          <p:cNvSpPr txBox="1"/>
          <p:nvPr/>
        </p:nvSpPr>
        <p:spPr>
          <a:xfrm>
            <a:off x="1428206" y="2342606"/>
            <a:ext cx="9909764" cy="923330"/>
          </a:xfrm>
          <a:prstGeom prst="rect">
            <a:avLst/>
          </a:prstGeom>
          <a:noFill/>
        </p:spPr>
        <p:txBody>
          <a:bodyPr wrap="none" rtlCol="0">
            <a:spAutoFit/>
          </a:bodyPr>
          <a:lstStyle/>
          <a:p>
            <a:r>
              <a:rPr lang="en-US" dirty="0" err="1"/>
              <a:t>Nếu</a:t>
            </a:r>
            <a:r>
              <a:rPr lang="en-US" dirty="0"/>
              <a:t> </a:t>
            </a:r>
            <a:r>
              <a:rPr lang="en-US" dirty="0" err="1"/>
              <a:t>được</a:t>
            </a:r>
            <a:r>
              <a:rPr lang="en-US" dirty="0"/>
              <a:t> </a:t>
            </a:r>
            <a:r>
              <a:rPr lang="en-US" dirty="0" err="1"/>
              <a:t>khai</a:t>
            </a:r>
            <a:r>
              <a:rPr lang="en-US" dirty="0"/>
              <a:t> </a:t>
            </a:r>
            <a:r>
              <a:rPr lang="en-US" dirty="0" err="1"/>
              <a:t>báo</a:t>
            </a:r>
            <a:r>
              <a:rPr lang="en-US" dirty="0"/>
              <a:t> </a:t>
            </a:r>
            <a:r>
              <a:rPr lang="en-US" dirty="0" err="1"/>
              <a:t>với</a:t>
            </a:r>
            <a:r>
              <a:rPr lang="en-US" dirty="0"/>
              <a:t> </a:t>
            </a:r>
            <a:r>
              <a:rPr lang="en-US" dirty="0" err="1"/>
              <a:t>từ</a:t>
            </a:r>
            <a:r>
              <a:rPr lang="en-US" dirty="0"/>
              <a:t> </a:t>
            </a:r>
            <a:r>
              <a:rPr lang="en-US" dirty="0" err="1"/>
              <a:t>khóa</a:t>
            </a:r>
            <a:r>
              <a:rPr lang="en-US" dirty="0"/>
              <a:t> static </a:t>
            </a:r>
            <a:r>
              <a:rPr lang="en-US" dirty="0" err="1"/>
              <a:t>như</a:t>
            </a:r>
            <a:r>
              <a:rPr lang="en-US" dirty="0"/>
              <a:t> </a:t>
            </a:r>
            <a:r>
              <a:rPr lang="en-US" dirty="0" err="1"/>
              <a:t>trên</a:t>
            </a:r>
            <a:r>
              <a:rPr lang="en-US" dirty="0"/>
              <a:t> </a:t>
            </a:r>
            <a:r>
              <a:rPr lang="en-US" dirty="0" err="1"/>
              <a:t>thì</a:t>
            </a:r>
            <a:r>
              <a:rPr lang="en-US" dirty="0"/>
              <a:t> </a:t>
            </a:r>
            <a:r>
              <a:rPr lang="en-US" dirty="0" err="1"/>
              <a:t>chỉ</a:t>
            </a:r>
            <a:r>
              <a:rPr lang="en-US" dirty="0"/>
              <a:t> </a:t>
            </a:r>
            <a:r>
              <a:rPr lang="en-US" dirty="0" err="1"/>
              <a:t>có</a:t>
            </a:r>
            <a:r>
              <a:rPr lang="en-US" dirty="0"/>
              <a:t> 2 </a:t>
            </a:r>
            <a:r>
              <a:rPr lang="en-US" dirty="0" err="1"/>
              <a:t>hàm</a:t>
            </a:r>
            <a:r>
              <a:rPr lang="en-US" dirty="0"/>
              <a:t> </a:t>
            </a:r>
            <a:r>
              <a:rPr lang="en-US" dirty="0" err="1"/>
              <a:t>getch</a:t>
            </a:r>
            <a:r>
              <a:rPr lang="en-US" dirty="0"/>
              <a:t>() </a:t>
            </a:r>
            <a:r>
              <a:rPr lang="en-US" dirty="0" err="1"/>
              <a:t>và</a:t>
            </a:r>
            <a:r>
              <a:rPr lang="en-US" dirty="0"/>
              <a:t> </a:t>
            </a:r>
            <a:r>
              <a:rPr lang="en-US" dirty="0" err="1"/>
              <a:t>ungetch</a:t>
            </a:r>
            <a:r>
              <a:rPr lang="en-US" dirty="0"/>
              <a:t>() </a:t>
            </a:r>
            <a:r>
              <a:rPr lang="en-US" dirty="0" err="1"/>
              <a:t>được</a:t>
            </a:r>
            <a:r>
              <a:rPr lang="en-US" dirty="0"/>
              <a:t> </a:t>
            </a:r>
            <a:r>
              <a:rPr lang="en-US" dirty="0" err="1"/>
              <a:t>sử</a:t>
            </a:r>
            <a:r>
              <a:rPr lang="en-US" dirty="0"/>
              <a:t> </a:t>
            </a:r>
            <a:r>
              <a:rPr lang="en-US" dirty="0" err="1"/>
              <a:t>dụng</a:t>
            </a:r>
            <a:endParaRPr lang="en-US" dirty="0"/>
          </a:p>
          <a:p>
            <a:r>
              <a:rPr lang="en-US" dirty="0"/>
              <a:t>2 </a:t>
            </a:r>
            <a:r>
              <a:rPr lang="en-US" dirty="0" err="1"/>
              <a:t>biến</a:t>
            </a:r>
            <a:r>
              <a:rPr lang="en-US" dirty="0"/>
              <a:t> </a:t>
            </a:r>
            <a:r>
              <a:rPr lang="en-US" dirty="0" err="1"/>
              <a:t>trên</a:t>
            </a:r>
            <a:r>
              <a:rPr lang="en-US" dirty="0"/>
              <a:t> (</a:t>
            </a:r>
            <a:r>
              <a:rPr lang="en-US" dirty="0" err="1"/>
              <a:t>dù</a:t>
            </a:r>
            <a:r>
              <a:rPr lang="en-US" dirty="0"/>
              <a:t> </a:t>
            </a:r>
            <a:r>
              <a:rPr lang="en-US" dirty="0" err="1"/>
              <a:t>đây</a:t>
            </a:r>
            <a:r>
              <a:rPr lang="en-US" dirty="0"/>
              <a:t> </a:t>
            </a:r>
            <a:r>
              <a:rPr lang="en-US" dirty="0" err="1"/>
              <a:t>là</a:t>
            </a:r>
            <a:r>
              <a:rPr lang="en-US" dirty="0"/>
              <a:t> 2 </a:t>
            </a:r>
            <a:r>
              <a:rPr lang="en-US" dirty="0" err="1"/>
              <a:t>biến</a:t>
            </a:r>
            <a:r>
              <a:rPr lang="en-US" dirty="0"/>
              <a:t> external), </a:t>
            </a:r>
            <a:r>
              <a:rPr lang="en-US" dirty="0" err="1"/>
              <a:t>và</a:t>
            </a:r>
            <a:r>
              <a:rPr lang="en-US" dirty="0"/>
              <a:t> </a:t>
            </a:r>
            <a:r>
              <a:rPr lang="en-US" dirty="0" err="1"/>
              <a:t>nếu</a:t>
            </a:r>
            <a:r>
              <a:rPr lang="en-US" dirty="0"/>
              <a:t> ở </a:t>
            </a:r>
            <a:r>
              <a:rPr lang="en-US" dirty="0" err="1"/>
              <a:t>các</a:t>
            </a:r>
            <a:r>
              <a:rPr lang="en-US" dirty="0"/>
              <a:t> file </a:t>
            </a:r>
            <a:r>
              <a:rPr lang="en-US" dirty="0" err="1"/>
              <a:t>khác</a:t>
            </a:r>
            <a:r>
              <a:rPr lang="en-US" dirty="0"/>
              <a:t> </a:t>
            </a:r>
            <a:r>
              <a:rPr lang="en-US" dirty="0" err="1"/>
              <a:t>có</a:t>
            </a:r>
            <a:r>
              <a:rPr lang="en-US" dirty="0"/>
              <a:t> </a:t>
            </a:r>
            <a:r>
              <a:rPr lang="en-US" dirty="0" err="1"/>
              <a:t>biến</a:t>
            </a:r>
            <a:r>
              <a:rPr lang="en-US" dirty="0"/>
              <a:t> external </a:t>
            </a:r>
            <a:r>
              <a:rPr lang="en-US" dirty="0" err="1"/>
              <a:t>cũng</a:t>
            </a:r>
            <a:r>
              <a:rPr lang="en-US" dirty="0"/>
              <a:t> </a:t>
            </a:r>
            <a:r>
              <a:rPr lang="en-US" dirty="0" err="1"/>
              <a:t>tên</a:t>
            </a:r>
            <a:r>
              <a:rPr lang="en-US" dirty="0"/>
              <a:t> </a:t>
            </a:r>
            <a:r>
              <a:rPr lang="en-US" dirty="0" err="1"/>
              <a:t>thì</a:t>
            </a:r>
            <a:r>
              <a:rPr lang="en-US" dirty="0"/>
              <a:t> </a:t>
            </a:r>
            <a:r>
              <a:rPr lang="en-US" dirty="0" err="1"/>
              <a:t>cũng</a:t>
            </a:r>
            <a:r>
              <a:rPr lang="en-US" dirty="0"/>
              <a:t> </a:t>
            </a:r>
            <a:r>
              <a:rPr lang="en-US" dirty="0" err="1"/>
              <a:t>không</a:t>
            </a:r>
            <a:r>
              <a:rPr lang="en-US" dirty="0"/>
              <a:t> </a:t>
            </a:r>
            <a:r>
              <a:rPr lang="en-US" dirty="0" err="1"/>
              <a:t>bị</a:t>
            </a:r>
            <a:endParaRPr lang="en-US" dirty="0"/>
          </a:p>
          <a:p>
            <a:r>
              <a:rPr lang="en-US" dirty="0" err="1"/>
              <a:t>vấn</a:t>
            </a:r>
            <a:r>
              <a:rPr lang="en-US" dirty="0"/>
              <a:t> </a:t>
            </a:r>
            <a:r>
              <a:rPr lang="en-US" dirty="0" err="1"/>
              <a:t>đề</a:t>
            </a:r>
            <a:r>
              <a:rPr lang="en-US" dirty="0"/>
              <a:t> </a:t>
            </a:r>
            <a:r>
              <a:rPr lang="en-US" dirty="0" err="1"/>
              <a:t>gì</a:t>
            </a:r>
            <a:r>
              <a:rPr lang="en-US" dirty="0"/>
              <a:t>.</a:t>
            </a:r>
          </a:p>
        </p:txBody>
      </p:sp>
      <p:sp>
        <p:nvSpPr>
          <p:cNvPr id="4" name="TextBox 3">
            <a:extLst>
              <a:ext uri="{FF2B5EF4-FFF2-40B4-BE49-F238E27FC236}">
                <a16:creationId xmlns:a16="http://schemas.microsoft.com/office/drawing/2014/main" id="{A9C85485-F971-5F8A-0EBE-36EF982C0349}"/>
              </a:ext>
            </a:extLst>
          </p:cNvPr>
          <p:cNvSpPr txBox="1"/>
          <p:nvPr/>
        </p:nvSpPr>
        <p:spPr>
          <a:xfrm>
            <a:off x="1428206" y="3635948"/>
            <a:ext cx="10079811" cy="369332"/>
          </a:xfrm>
          <a:prstGeom prst="rect">
            <a:avLst/>
          </a:prstGeom>
          <a:noFill/>
        </p:spPr>
        <p:txBody>
          <a:bodyPr wrap="none" rtlCol="0">
            <a:spAutoFit/>
          </a:bodyPr>
          <a:lstStyle/>
          <a:p>
            <a:r>
              <a:rPr lang="en-US" dirty="0" err="1"/>
              <a:t>Nếu</a:t>
            </a:r>
            <a:r>
              <a:rPr lang="en-US" dirty="0"/>
              <a:t> 1 </a:t>
            </a:r>
            <a:r>
              <a:rPr lang="en-US" dirty="0" err="1"/>
              <a:t>hàm</a:t>
            </a:r>
            <a:r>
              <a:rPr lang="en-US" dirty="0"/>
              <a:t> </a:t>
            </a:r>
            <a:r>
              <a:rPr lang="en-US" dirty="0" err="1"/>
              <a:t>được</a:t>
            </a:r>
            <a:r>
              <a:rPr lang="en-US" dirty="0"/>
              <a:t> </a:t>
            </a:r>
            <a:r>
              <a:rPr lang="en-US" dirty="0" err="1"/>
              <a:t>khai</a:t>
            </a:r>
            <a:r>
              <a:rPr lang="en-US" dirty="0"/>
              <a:t> </a:t>
            </a:r>
            <a:r>
              <a:rPr lang="en-US" dirty="0" err="1"/>
              <a:t>báo</a:t>
            </a:r>
            <a:r>
              <a:rPr lang="en-US" dirty="0"/>
              <a:t> </a:t>
            </a:r>
            <a:r>
              <a:rPr lang="en-US" dirty="0" err="1"/>
              <a:t>với</a:t>
            </a:r>
            <a:r>
              <a:rPr lang="en-US" dirty="0"/>
              <a:t> </a:t>
            </a:r>
            <a:r>
              <a:rPr lang="en-US" dirty="0" err="1"/>
              <a:t>từ</a:t>
            </a:r>
            <a:r>
              <a:rPr lang="en-US" dirty="0"/>
              <a:t> </a:t>
            </a:r>
            <a:r>
              <a:rPr lang="en-US" dirty="0" err="1"/>
              <a:t>khóa</a:t>
            </a:r>
            <a:r>
              <a:rPr lang="en-US" dirty="0"/>
              <a:t> static, </a:t>
            </a:r>
            <a:r>
              <a:rPr lang="en-US" dirty="0" err="1"/>
              <a:t>thì</a:t>
            </a:r>
            <a:r>
              <a:rPr lang="en-US" dirty="0"/>
              <a:t> </a:t>
            </a:r>
            <a:r>
              <a:rPr lang="en-US" dirty="0" err="1"/>
              <a:t>tên</a:t>
            </a:r>
            <a:r>
              <a:rPr lang="en-US" dirty="0"/>
              <a:t> </a:t>
            </a:r>
            <a:r>
              <a:rPr lang="en-US" dirty="0" err="1"/>
              <a:t>của</a:t>
            </a:r>
            <a:r>
              <a:rPr lang="en-US" dirty="0"/>
              <a:t> </a:t>
            </a:r>
            <a:r>
              <a:rPr lang="en-US" dirty="0" err="1"/>
              <a:t>nó</a:t>
            </a:r>
            <a:r>
              <a:rPr lang="en-US" dirty="0"/>
              <a:t> </a:t>
            </a:r>
            <a:r>
              <a:rPr lang="en-US" dirty="0" err="1"/>
              <a:t>sẽ</a:t>
            </a:r>
            <a:r>
              <a:rPr lang="en-US" dirty="0"/>
              <a:t> </a:t>
            </a:r>
            <a:r>
              <a:rPr lang="en-US" dirty="0" err="1"/>
              <a:t>bị</a:t>
            </a:r>
            <a:r>
              <a:rPr lang="en-US" dirty="0"/>
              <a:t> </a:t>
            </a:r>
            <a:r>
              <a:rPr lang="en-US" dirty="0" err="1"/>
              <a:t>ẩn</a:t>
            </a:r>
            <a:r>
              <a:rPr lang="en-US" dirty="0"/>
              <a:t> </a:t>
            </a:r>
            <a:r>
              <a:rPr lang="en-US" dirty="0" err="1"/>
              <a:t>đi</a:t>
            </a:r>
            <a:r>
              <a:rPr lang="en-US" dirty="0"/>
              <a:t> </a:t>
            </a:r>
            <a:r>
              <a:rPr lang="en-US" dirty="0" err="1"/>
              <a:t>bên</a:t>
            </a:r>
            <a:r>
              <a:rPr lang="en-US" dirty="0"/>
              <a:t> </a:t>
            </a:r>
            <a:r>
              <a:rPr lang="en-US" dirty="0" err="1"/>
              <a:t>ngoài</a:t>
            </a:r>
            <a:r>
              <a:rPr lang="en-US" dirty="0"/>
              <a:t> </a:t>
            </a:r>
            <a:r>
              <a:rPr lang="en-US" dirty="0" err="1"/>
              <a:t>tệp</a:t>
            </a:r>
            <a:r>
              <a:rPr lang="en-US" dirty="0"/>
              <a:t> </a:t>
            </a:r>
            <a:r>
              <a:rPr lang="en-US" dirty="0" err="1"/>
              <a:t>mà</a:t>
            </a:r>
            <a:r>
              <a:rPr lang="en-US" dirty="0"/>
              <a:t> </a:t>
            </a:r>
            <a:r>
              <a:rPr lang="en-US" dirty="0" err="1"/>
              <a:t>nó</a:t>
            </a:r>
            <a:r>
              <a:rPr lang="en-US" dirty="0"/>
              <a:t> </a:t>
            </a:r>
            <a:r>
              <a:rPr lang="en-US" dirty="0" err="1"/>
              <a:t>được</a:t>
            </a:r>
            <a:r>
              <a:rPr lang="en-US" dirty="0"/>
              <a:t> </a:t>
            </a:r>
            <a:r>
              <a:rPr lang="en-US" dirty="0" err="1"/>
              <a:t>khái</a:t>
            </a:r>
            <a:r>
              <a:rPr lang="en-US" dirty="0"/>
              <a:t> </a:t>
            </a:r>
            <a:r>
              <a:rPr lang="en-US" dirty="0" err="1"/>
              <a:t>báo</a:t>
            </a:r>
            <a:r>
              <a:rPr lang="en-US" dirty="0"/>
              <a:t>.</a:t>
            </a:r>
          </a:p>
        </p:txBody>
      </p:sp>
      <p:sp>
        <p:nvSpPr>
          <p:cNvPr id="5" name="TextBox 4">
            <a:extLst>
              <a:ext uri="{FF2B5EF4-FFF2-40B4-BE49-F238E27FC236}">
                <a16:creationId xmlns:a16="http://schemas.microsoft.com/office/drawing/2014/main" id="{41194770-282D-B5A3-A0C3-19ED7CDA10D5}"/>
              </a:ext>
            </a:extLst>
          </p:cNvPr>
          <p:cNvSpPr txBox="1"/>
          <p:nvPr/>
        </p:nvSpPr>
        <p:spPr>
          <a:xfrm>
            <a:off x="1297577" y="505097"/>
            <a:ext cx="1546257" cy="369332"/>
          </a:xfrm>
          <a:prstGeom prst="rect">
            <a:avLst/>
          </a:prstGeom>
          <a:noFill/>
        </p:spPr>
        <p:txBody>
          <a:bodyPr wrap="none" rtlCol="0">
            <a:spAutoFit/>
          </a:bodyPr>
          <a:lstStyle/>
          <a:p>
            <a:r>
              <a:rPr lang="en-US" dirty="0" err="1"/>
              <a:t>Từ</a:t>
            </a:r>
            <a:r>
              <a:rPr lang="en-US" dirty="0"/>
              <a:t> </a:t>
            </a:r>
            <a:r>
              <a:rPr lang="en-US" dirty="0" err="1"/>
              <a:t>khóa</a:t>
            </a:r>
            <a:r>
              <a:rPr lang="en-US" dirty="0"/>
              <a:t> static:</a:t>
            </a:r>
          </a:p>
        </p:txBody>
      </p:sp>
    </p:spTree>
    <p:extLst>
      <p:ext uri="{BB962C8B-B14F-4D97-AF65-F5344CB8AC3E}">
        <p14:creationId xmlns:p14="http://schemas.microsoft.com/office/powerpoint/2010/main" val="1984959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5C80C8-BDFF-9EC5-838D-3323409A0B29}"/>
              </a:ext>
            </a:extLst>
          </p:cNvPr>
          <p:cNvSpPr txBox="1"/>
          <p:nvPr/>
        </p:nvSpPr>
        <p:spPr>
          <a:xfrm>
            <a:off x="669807" y="522514"/>
            <a:ext cx="9632765" cy="2308324"/>
          </a:xfrm>
          <a:prstGeom prst="rect">
            <a:avLst/>
          </a:prstGeom>
          <a:noFill/>
        </p:spPr>
        <p:txBody>
          <a:bodyPr wrap="none" rtlCol="0">
            <a:spAutoFit/>
          </a:bodyPr>
          <a:lstStyle/>
          <a:p>
            <a:r>
              <a:rPr lang="en-US" dirty="0" err="1"/>
              <a:t>Biến</a:t>
            </a:r>
            <a:r>
              <a:rPr lang="en-US" dirty="0"/>
              <a:t> register:</a:t>
            </a:r>
          </a:p>
          <a:p>
            <a:endParaRPr lang="en-US" dirty="0"/>
          </a:p>
          <a:p>
            <a:pPr marL="285750" indent="-285750">
              <a:buFontTx/>
              <a:buChar char="-"/>
            </a:pPr>
            <a:r>
              <a:rPr lang="en-US" dirty="0" err="1"/>
              <a:t>Thông</a:t>
            </a:r>
            <a:r>
              <a:rPr lang="en-US" dirty="0"/>
              <a:t> </a:t>
            </a:r>
            <a:r>
              <a:rPr lang="en-US" dirty="0" err="1"/>
              <a:t>báo</a:t>
            </a:r>
            <a:r>
              <a:rPr lang="en-US" dirty="0"/>
              <a:t> </a:t>
            </a:r>
            <a:r>
              <a:rPr lang="en-US" dirty="0" err="1"/>
              <a:t>cho</a:t>
            </a:r>
            <a:r>
              <a:rPr lang="en-US" dirty="0"/>
              <a:t> compiler </a:t>
            </a:r>
            <a:r>
              <a:rPr lang="en-US" dirty="0" err="1"/>
              <a:t>biết</a:t>
            </a:r>
            <a:r>
              <a:rPr lang="en-US" dirty="0"/>
              <a:t> </a:t>
            </a:r>
            <a:r>
              <a:rPr lang="en-US" dirty="0" err="1"/>
              <a:t>đây</a:t>
            </a:r>
            <a:r>
              <a:rPr lang="en-US" dirty="0"/>
              <a:t> </a:t>
            </a:r>
            <a:r>
              <a:rPr lang="en-US" dirty="0" err="1"/>
              <a:t>là</a:t>
            </a:r>
            <a:r>
              <a:rPr lang="en-US" dirty="0"/>
              <a:t> </a:t>
            </a:r>
            <a:r>
              <a:rPr lang="en-US" dirty="0" err="1"/>
              <a:t>biến</a:t>
            </a:r>
            <a:r>
              <a:rPr lang="en-US" dirty="0"/>
              <a:t> </a:t>
            </a:r>
            <a:r>
              <a:rPr lang="en-US" dirty="0" err="1"/>
              <a:t>được</a:t>
            </a:r>
            <a:r>
              <a:rPr lang="en-US" dirty="0"/>
              <a:t> </a:t>
            </a:r>
            <a:r>
              <a:rPr lang="en-US" dirty="0" err="1"/>
              <a:t>sử</a:t>
            </a:r>
            <a:r>
              <a:rPr lang="en-US" dirty="0"/>
              <a:t> </a:t>
            </a:r>
            <a:r>
              <a:rPr lang="en-US" dirty="0" err="1"/>
              <a:t>dụng</a:t>
            </a:r>
            <a:r>
              <a:rPr lang="en-US" dirty="0"/>
              <a:t> </a:t>
            </a:r>
            <a:r>
              <a:rPr lang="en-US" dirty="0" err="1"/>
              <a:t>thường</a:t>
            </a:r>
            <a:r>
              <a:rPr lang="en-US" dirty="0"/>
              <a:t> </a:t>
            </a:r>
            <a:r>
              <a:rPr lang="en-US" dirty="0" err="1"/>
              <a:t>xuyên</a:t>
            </a:r>
            <a:r>
              <a:rPr lang="en-US" dirty="0"/>
              <a:t>.</a:t>
            </a:r>
          </a:p>
          <a:p>
            <a:pPr marL="285750" indent="-285750">
              <a:buFontTx/>
              <a:buChar char="-"/>
            </a:pPr>
            <a:r>
              <a:rPr lang="en-US" dirty="0" err="1"/>
              <a:t>Dùng</a:t>
            </a:r>
            <a:r>
              <a:rPr lang="en-US" dirty="0"/>
              <a:t> </a:t>
            </a:r>
            <a:r>
              <a:rPr lang="en-US" dirty="0" err="1"/>
              <a:t>trực</a:t>
            </a:r>
            <a:r>
              <a:rPr lang="en-US" dirty="0"/>
              <a:t> </a:t>
            </a:r>
            <a:r>
              <a:rPr lang="en-US" dirty="0" err="1"/>
              <a:t>tiếp</a:t>
            </a:r>
            <a:r>
              <a:rPr lang="en-US" dirty="0"/>
              <a:t> </a:t>
            </a:r>
            <a:r>
              <a:rPr lang="en-US" dirty="0" err="1"/>
              <a:t>thanh</a:t>
            </a:r>
            <a:r>
              <a:rPr lang="en-US" dirty="0"/>
              <a:t> </a:t>
            </a:r>
            <a:r>
              <a:rPr lang="en-US" dirty="0" err="1"/>
              <a:t>ghi</a:t>
            </a:r>
            <a:r>
              <a:rPr lang="en-US" dirty="0"/>
              <a:t> </a:t>
            </a:r>
            <a:r>
              <a:rPr lang="en-US" dirty="0" err="1"/>
              <a:t>máy</a:t>
            </a:r>
            <a:r>
              <a:rPr lang="en-US" dirty="0"/>
              <a:t> </a:t>
            </a:r>
            <a:r>
              <a:rPr lang="en-US" dirty="0" err="1"/>
              <a:t>tính</a:t>
            </a:r>
            <a:r>
              <a:rPr lang="en-US" dirty="0"/>
              <a:t> </a:t>
            </a:r>
            <a:r>
              <a:rPr lang="en-US" dirty="0" err="1"/>
              <a:t>để</a:t>
            </a:r>
            <a:r>
              <a:rPr lang="en-US" dirty="0"/>
              <a:t> </a:t>
            </a:r>
            <a:r>
              <a:rPr lang="en-US" dirty="0" err="1"/>
              <a:t>lưu</a:t>
            </a:r>
            <a:r>
              <a:rPr lang="en-US" dirty="0"/>
              <a:t>, </a:t>
            </a:r>
            <a:r>
              <a:rPr lang="en-US" dirty="0" err="1"/>
              <a:t>thay</a:t>
            </a:r>
            <a:r>
              <a:rPr lang="en-US" dirty="0"/>
              <a:t> </a:t>
            </a:r>
            <a:r>
              <a:rPr lang="en-US" dirty="0" err="1"/>
              <a:t>vì</a:t>
            </a:r>
            <a:r>
              <a:rPr lang="en-US" dirty="0"/>
              <a:t> RAM </a:t>
            </a:r>
            <a:r>
              <a:rPr lang="en-US" dirty="0" err="1"/>
              <a:t>để</a:t>
            </a:r>
            <a:r>
              <a:rPr lang="en-US" dirty="0"/>
              <a:t> tang </a:t>
            </a:r>
            <a:r>
              <a:rPr lang="en-US" dirty="0" err="1"/>
              <a:t>tốc</a:t>
            </a:r>
            <a:r>
              <a:rPr lang="en-US" dirty="0"/>
              <a:t> </a:t>
            </a:r>
            <a:r>
              <a:rPr lang="en-US" dirty="0" err="1"/>
              <a:t>độ</a:t>
            </a:r>
            <a:r>
              <a:rPr lang="en-US" dirty="0"/>
              <a:t> </a:t>
            </a:r>
            <a:r>
              <a:rPr lang="en-US" dirty="0" err="1"/>
              <a:t>xử</a:t>
            </a:r>
            <a:r>
              <a:rPr lang="en-US" dirty="0"/>
              <a:t> </a:t>
            </a:r>
            <a:r>
              <a:rPr lang="en-US" dirty="0" err="1"/>
              <a:t>lí</a:t>
            </a:r>
            <a:r>
              <a:rPr lang="en-US" dirty="0"/>
              <a:t>. </a:t>
            </a:r>
            <a:r>
              <a:rPr lang="en-US" dirty="0" err="1"/>
              <a:t>Nhưng</a:t>
            </a:r>
            <a:r>
              <a:rPr lang="en-US" dirty="0"/>
              <a:t> </a:t>
            </a:r>
            <a:r>
              <a:rPr lang="en-US" dirty="0" err="1"/>
              <a:t>gặp</a:t>
            </a:r>
            <a:r>
              <a:rPr lang="en-US" dirty="0"/>
              <a:t> </a:t>
            </a:r>
            <a:r>
              <a:rPr lang="en-US" dirty="0" err="1"/>
              <a:t>giời</a:t>
            </a:r>
            <a:r>
              <a:rPr lang="en-US" dirty="0"/>
              <a:t> </a:t>
            </a:r>
            <a:r>
              <a:rPr lang="en-US" dirty="0" err="1"/>
              <a:t>hạn</a:t>
            </a:r>
            <a:r>
              <a:rPr lang="en-US" dirty="0"/>
              <a:t> </a:t>
            </a:r>
            <a:r>
              <a:rPr lang="en-US" dirty="0" err="1"/>
              <a:t>về</a:t>
            </a:r>
            <a:endParaRPr lang="en-US" dirty="0"/>
          </a:p>
          <a:p>
            <a:r>
              <a:rPr lang="en-US" dirty="0" err="1"/>
              <a:t>mặt</a:t>
            </a:r>
            <a:r>
              <a:rPr lang="en-US" dirty="0"/>
              <a:t> </a:t>
            </a:r>
            <a:r>
              <a:rPr lang="en-US" dirty="0" err="1"/>
              <a:t>phaanfcuwngs</a:t>
            </a:r>
            <a:r>
              <a:rPr lang="en-US" dirty="0"/>
              <a:t> (</a:t>
            </a:r>
            <a:r>
              <a:rPr lang="en-US" dirty="0" err="1"/>
              <a:t>số</a:t>
            </a:r>
            <a:r>
              <a:rPr lang="en-US" dirty="0"/>
              <a:t> </a:t>
            </a:r>
            <a:r>
              <a:rPr lang="en-US" dirty="0" err="1"/>
              <a:t>lương</a:t>
            </a:r>
            <a:r>
              <a:rPr lang="en-US" dirty="0"/>
              <a:t>).</a:t>
            </a:r>
          </a:p>
          <a:p>
            <a:pPr marL="285750" indent="-285750">
              <a:buFontTx/>
              <a:buChar char="-"/>
            </a:pPr>
            <a:r>
              <a:rPr lang="en-US" dirty="0" err="1"/>
              <a:t>Chỉ</a:t>
            </a:r>
            <a:r>
              <a:rPr lang="en-US" dirty="0"/>
              <a:t> </a:t>
            </a:r>
            <a:r>
              <a:rPr lang="en-US" dirty="0" err="1"/>
              <a:t>được</a:t>
            </a:r>
            <a:r>
              <a:rPr lang="en-US" dirty="0"/>
              <a:t> </a:t>
            </a:r>
            <a:r>
              <a:rPr lang="en-US" dirty="0" err="1"/>
              <a:t>dùng</a:t>
            </a:r>
            <a:r>
              <a:rPr lang="en-US" dirty="0"/>
              <a:t> </a:t>
            </a:r>
            <a:r>
              <a:rPr lang="en-US" dirty="0" err="1"/>
              <a:t>cho</a:t>
            </a:r>
            <a:r>
              <a:rPr lang="en-US" dirty="0"/>
              <a:t> </a:t>
            </a:r>
            <a:r>
              <a:rPr lang="en-US" dirty="0" err="1"/>
              <a:t>biến</a:t>
            </a:r>
            <a:r>
              <a:rPr lang="en-US" dirty="0"/>
              <a:t> </a:t>
            </a:r>
            <a:r>
              <a:rPr lang="en-US" dirty="0" err="1"/>
              <a:t>tự</a:t>
            </a:r>
            <a:r>
              <a:rPr lang="en-US" dirty="0"/>
              <a:t> </a:t>
            </a:r>
            <a:r>
              <a:rPr lang="en-US" dirty="0" err="1"/>
              <a:t>động</a:t>
            </a:r>
            <a:r>
              <a:rPr lang="en-US" dirty="0"/>
              <a:t>(</a:t>
            </a:r>
            <a:r>
              <a:rPr lang="en-US" dirty="0" err="1"/>
              <a:t>biến</a:t>
            </a:r>
            <a:r>
              <a:rPr lang="en-US" dirty="0"/>
              <a:t> local).</a:t>
            </a:r>
          </a:p>
          <a:p>
            <a:pPr marL="285750" indent="-285750">
              <a:buFontTx/>
              <a:buChar char="-"/>
            </a:pPr>
            <a:r>
              <a:rPr lang="en-US" dirty="0" err="1"/>
              <a:t>Từ</a:t>
            </a:r>
            <a:r>
              <a:rPr lang="en-US" dirty="0"/>
              <a:t> </a:t>
            </a:r>
            <a:r>
              <a:rPr lang="en-US" dirty="0" err="1"/>
              <a:t>khóa</a:t>
            </a:r>
            <a:r>
              <a:rPr lang="en-US" dirty="0"/>
              <a:t> register </a:t>
            </a:r>
            <a:r>
              <a:rPr lang="en-US" dirty="0" err="1"/>
              <a:t>sé</a:t>
            </a:r>
            <a:r>
              <a:rPr lang="en-US" dirty="0"/>
              <a:t> </a:t>
            </a:r>
            <a:r>
              <a:rPr lang="en-US" dirty="0" err="1"/>
              <a:t>bị</a:t>
            </a:r>
            <a:r>
              <a:rPr lang="en-US" dirty="0"/>
              <a:t> </a:t>
            </a:r>
            <a:r>
              <a:rPr lang="en-US" dirty="0" err="1"/>
              <a:t>bỏ</a:t>
            </a:r>
            <a:r>
              <a:rPr lang="en-US" dirty="0"/>
              <a:t> qua </a:t>
            </a:r>
            <a:r>
              <a:rPr lang="en-US" dirty="0" err="1"/>
              <a:t>nếu</a:t>
            </a:r>
            <a:r>
              <a:rPr lang="en-US" dirty="0"/>
              <a:t> </a:t>
            </a:r>
            <a:r>
              <a:rPr lang="en-US" dirty="0" err="1"/>
              <a:t>khai</a:t>
            </a:r>
            <a:r>
              <a:rPr lang="en-US" dirty="0"/>
              <a:t> </a:t>
            </a:r>
            <a:r>
              <a:rPr lang="en-US" dirty="0" err="1"/>
              <a:t>báo</a:t>
            </a:r>
            <a:r>
              <a:rPr lang="en-US" dirty="0"/>
              <a:t> </a:t>
            </a:r>
            <a:r>
              <a:rPr lang="en-US" dirty="0" err="1"/>
              <a:t>dư</a:t>
            </a:r>
            <a:r>
              <a:rPr lang="en-US" dirty="0"/>
              <a:t> </a:t>
            </a:r>
            <a:r>
              <a:rPr lang="en-US" dirty="0" err="1"/>
              <a:t>thừa</a:t>
            </a:r>
            <a:r>
              <a:rPr lang="en-US" dirty="0"/>
              <a:t> </a:t>
            </a:r>
            <a:r>
              <a:rPr lang="en-US" dirty="0" err="1"/>
              <a:t>hoặc</a:t>
            </a:r>
            <a:r>
              <a:rPr lang="en-US" dirty="0"/>
              <a:t> </a:t>
            </a:r>
            <a:r>
              <a:rPr lang="en-US" dirty="0" err="1"/>
              <a:t>đối</a:t>
            </a:r>
            <a:r>
              <a:rPr lang="en-US" dirty="0"/>
              <a:t> </a:t>
            </a:r>
            <a:r>
              <a:rPr lang="en-US" dirty="0" err="1"/>
              <a:t>với</a:t>
            </a:r>
            <a:r>
              <a:rPr lang="en-US" dirty="0"/>
              <a:t> </a:t>
            </a:r>
            <a:r>
              <a:rPr lang="en-US" dirty="0" err="1"/>
              <a:t>các</a:t>
            </a:r>
            <a:r>
              <a:rPr lang="en-US" dirty="0"/>
              <a:t> </a:t>
            </a:r>
            <a:r>
              <a:rPr lang="en-US" dirty="0" err="1"/>
              <a:t>bieens</a:t>
            </a:r>
            <a:r>
              <a:rPr lang="en-US" dirty="0"/>
              <a:t> </a:t>
            </a:r>
            <a:r>
              <a:rPr lang="en-US" dirty="0" err="1"/>
              <a:t>khoogn</a:t>
            </a:r>
            <a:r>
              <a:rPr lang="en-US" dirty="0"/>
              <a:t> </a:t>
            </a:r>
            <a:r>
              <a:rPr lang="en-US" dirty="0" err="1"/>
              <a:t>đuowcj</a:t>
            </a:r>
            <a:r>
              <a:rPr lang="en-US" dirty="0"/>
              <a:t> </a:t>
            </a:r>
            <a:r>
              <a:rPr lang="en-US" dirty="0" err="1"/>
              <a:t>phép</a:t>
            </a:r>
            <a:r>
              <a:rPr lang="en-US" dirty="0"/>
              <a:t>. </a:t>
            </a:r>
          </a:p>
          <a:p>
            <a:pPr marL="285750" indent="-285750">
              <a:buFontTx/>
              <a:buChar char="-"/>
            </a:pPr>
            <a:r>
              <a:rPr lang="en-US" dirty="0" err="1"/>
              <a:t>Không</a:t>
            </a:r>
            <a:r>
              <a:rPr lang="en-US" dirty="0"/>
              <a:t> </a:t>
            </a:r>
            <a:r>
              <a:rPr lang="en-US" dirty="0" err="1"/>
              <a:t>thể</a:t>
            </a:r>
            <a:r>
              <a:rPr lang="en-US" dirty="0"/>
              <a:t> </a:t>
            </a:r>
            <a:r>
              <a:rPr lang="en-US" dirty="0" err="1"/>
              <a:t>lấy</a:t>
            </a:r>
            <a:r>
              <a:rPr lang="en-US" dirty="0"/>
              <a:t> </a:t>
            </a:r>
            <a:r>
              <a:rPr lang="en-US" dirty="0" err="1"/>
              <a:t>được</a:t>
            </a:r>
            <a:r>
              <a:rPr lang="en-US" dirty="0"/>
              <a:t> </a:t>
            </a:r>
            <a:r>
              <a:rPr lang="en-US" dirty="0" err="1"/>
              <a:t>địa</a:t>
            </a:r>
            <a:r>
              <a:rPr lang="en-US" dirty="0"/>
              <a:t> </a:t>
            </a:r>
            <a:r>
              <a:rPr lang="en-US" dirty="0" err="1"/>
              <a:t>chỉ</a:t>
            </a:r>
            <a:r>
              <a:rPr lang="en-US" dirty="0"/>
              <a:t> </a:t>
            </a:r>
            <a:r>
              <a:rPr lang="en-US" dirty="0" err="1"/>
              <a:t>của</a:t>
            </a:r>
            <a:r>
              <a:rPr lang="en-US" dirty="0"/>
              <a:t> </a:t>
            </a:r>
            <a:r>
              <a:rPr lang="en-US" dirty="0" err="1"/>
              <a:t>biến</a:t>
            </a:r>
            <a:r>
              <a:rPr lang="en-US" dirty="0"/>
              <a:t> register(</a:t>
            </a:r>
            <a:r>
              <a:rPr lang="en-US" dirty="0" err="1"/>
              <a:t>dù</a:t>
            </a:r>
            <a:r>
              <a:rPr lang="en-US" dirty="0"/>
              <a:t> </a:t>
            </a:r>
            <a:r>
              <a:rPr lang="en-US" dirty="0" err="1"/>
              <a:t>nó</a:t>
            </a:r>
            <a:r>
              <a:rPr lang="en-US" dirty="0"/>
              <a:t> </a:t>
            </a:r>
            <a:r>
              <a:rPr lang="en-US" dirty="0" err="1"/>
              <a:t>có</a:t>
            </a:r>
            <a:r>
              <a:rPr lang="en-US" dirty="0"/>
              <a:t> </a:t>
            </a:r>
            <a:r>
              <a:rPr lang="en-US" dirty="0" err="1"/>
              <a:t>thực</a:t>
            </a:r>
            <a:r>
              <a:rPr lang="en-US" dirty="0"/>
              <a:t> </a:t>
            </a:r>
            <a:r>
              <a:rPr lang="en-US" dirty="0" err="1"/>
              <a:t>sự</a:t>
            </a:r>
            <a:r>
              <a:rPr lang="en-US" dirty="0"/>
              <a:t> </a:t>
            </a:r>
            <a:r>
              <a:rPr lang="en-US" dirty="0" err="1"/>
              <a:t>được</a:t>
            </a:r>
            <a:r>
              <a:rPr lang="en-US" dirty="0"/>
              <a:t> </a:t>
            </a:r>
            <a:r>
              <a:rPr lang="en-US" dirty="0" err="1"/>
              <a:t>đặt</a:t>
            </a:r>
            <a:r>
              <a:rPr lang="en-US" dirty="0"/>
              <a:t> </a:t>
            </a:r>
            <a:r>
              <a:rPr lang="en-US" dirty="0" err="1"/>
              <a:t>trong</a:t>
            </a:r>
            <a:r>
              <a:rPr lang="en-US" dirty="0"/>
              <a:t> </a:t>
            </a:r>
            <a:r>
              <a:rPr lang="en-US" dirty="0" err="1"/>
              <a:t>thanh</a:t>
            </a:r>
            <a:r>
              <a:rPr lang="en-US" dirty="0"/>
              <a:t> </a:t>
            </a:r>
            <a:r>
              <a:rPr lang="en-US" dirty="0" err="1"/>
              <a:t>ghi</a:t>
            </a:r>
            <a:r>
              <a:rPr lang="en-US" dirty="0"/>
              <a:t> </a:t>
            </a:r>
            <a:r>
              <a:rPr lang="en-US" dirty="0" err="1"/>
              <a:t>ko</a:t>
            </a:r>
            <a:r>
              <a:rPr lang="en-US" dirty="0"/>
              <a:t>).</a:t>
            </a:r>
          </a:p>
        </p:txBody>
      </p:sp>
    </p:spTree>
    <p:extLst>
      <p:ext uri="{BB962C8B-B14F-4D97-AF65-F5344CB8AC3E}">
        <p14:creationId xmlns:p14="http://schemas.microsoft.com/office/powerpoint/2010/main" val="9504093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F431C0C-B4A2-AECB-1B4D-AFD7AF688136}"/>
              </a:ext>
            </a:extLst>
          </p:cNvPr>
          <p:cNvSpPr/>
          <p:nvPr/>
        </p:nvSpPr>
        <p:spPr>
          <a:xfrm>
            <a:off x="754495" y="588220"/>
            <a:ext cx="10509737" cy="646331"/>
          </a:xfrm>
          <a:prstGeom prst="rect">
            <a:avLst/>
          </a:prstGeom>
        </p:spPr>
        <p:txBody>
          <a:bodyPr wrap="none">
            <a:spAutoFit/>
          </a:bodyPr>
          <a:lstStyle/>
          <a:p>
            <a:r>
              <a:rPr lang="it-IT" b="1" dirty="0"/>
              <a:t>Phạm vi (scope)</a:t>
            </a:r>
            <a:r>
              <a:rPr lang="it-IT" dirty="0"/>
              <a:t> của một của 1 tên hàm hoặc tên biến là phần chương trình mà trong đó cái tên được sử dụng</a:t>
            </a:r>
          </a:p>
          <a:p>
            <a:endParaRPr lang="en-US" dirty="0"/>
          </a:p>
        </p:txBody>
      </p:sp>
      <p:pic>
        <p:nvPicPr>
          <p:cNvPr id="4" name="Picture 3">
            <a:extLst>
              <a:ext uri="{FF2B5EF4-FFF2-40B4-BE49-F238E27FC236}">
                <a16:creationId xmlns:a16="http://schemas.microsoft.com/office/drawing/2014/main" id="{C0ED54CA-C023-AAB4-DBF0-24A3DDAEAFD8}"/>
              </a:ext>
            </a:extLst>
          </p:cNvPr>
          <p:cNvPicPr>
            <a:picLocks noChangeAspect="1"/>
          </p:cNvPicPr>
          <p:nvPr/>
        </p:nvPicPr>
        <p:blipFill>
          <a:blip r:embed="rId2"/>
          <a:stretch>
            <a:fillRect/>
          </a:stretch>
        </p:blipFill>
        <p:spPr>
          <a:xfrm>
            <a:off x="2705429" y="2574075"/>
            <a:ext cx="1829055" cy="1428949"/>
          </a:xfrm>
          <a:prstGeom prst="rect">
            <a:avLst/>
          </a:prstGeom>
        </p:spPr>
      </p:pic>
      <p:sp>
        <p:nvSpPr>
          <p:cNvPr id="5" name="TextBox 4">
            <a:extLst>
              <a:ext uri="{FF2B5EF4-FFF2-40B4-BE49-F238E27FC236}">
                <a16:creationId xmlns:a16="http://schemas.microsoft.com/office/drawing/2014/main" id="{77294E27-3C05-612E-48D4-5C00BA5BB519}"/>
              </a:ext>
            </a:extLst>
          </p:cNvPr>
          <p:cNvSpPr txBox="1"/>
          <p:nvPr/>
        </p:nvSpPr>
        <p:spPr>
          <a:xfrm>
            <a:off x="650334" y="4405424"/>
            <a:ext cx="10517751" cy="646331"/>
          </a:xfrm>
          <a:prstGeom prst="rect">
            <a:avLst/>
          </a:prstGeom>
          <a:noFill/>
        </p:spPr>
        <p:txBody>
          <a:bodyPr wrap="none" rtlCol="0">
            <a:spAutoFit/>
          </a:bodyPr>
          <a:lstStyle/>
          <a:p>
            <a:r>
              <a:rPr lang="en-US" dirty="0" err="1"/>
              <a:t>Việc</a:t>
            </a:r>
            <a:r>
              <a:rPr lang="en-US" dirty="0"/>
              <a:t> </a:t>
            </a:r>
            <a:r>
              <a:rPr lang="en-US" dirty="0" err="1"/>
              <a:t>khái</a:t>
            </a:r>
            <a:r>
              <a:rPr lang="en-US" dirty="0"/>
              <a:t> </a:t>
            </a:r>
            <a:r>
              <a:rPr lang="en-US" dirty="0" err="1"/>
              <a:t>báo</a:t>
            </a:r>
            <a:r>
              <a:rPr lang="en-US" dirty="0"/>
              <a:t> </a:t>
            </a:r>
            <a:r>
              <a:rPr lang="en-US" dirty="0" err="1"/>
              <a:t>và</a:t>
            </a:r>
            <a:r>
              <a:rPr lang="en-US" dirty="0"/>
              <a:t> </a:t>
            </a:r>
            <a:r>
              <a:rPr lang="en-US" dirty="0" err="1"/>
              <a:t>sử</a:t>
            </a:r>
            <a:r>
              <a:rPr lang="en-US" dirty="0"/>
              <a:t> </a:t>
            </a:r>
            <a:r>
              <a:rPr lang="en-US" dirty="0" err="1"/>
              <a:t>dụng</a:t>
            </a:r>
            <a:r>
              <a:rPr lang="en-US" dirty="0"/>
              <a:t> </a:t>
            </a:r>
            <a:r>
              <a:rPr lang="en-US" dirty="0" err="1"/>
              <a:t>thế</a:t>
            </a:r>
            <a:r>
              <a:rPr lang="en-US" dirty="0"/>
              <a:t> </a:t>
            </a:r>
            <a:r>
              <a:rPr lang="en-US" dirty="0" err="1"/>
              <a:t>này</a:t>
            </a:r>
            <a:r>
              <a:rPr lang="en-US" dirty="0"/>
              <a:t> </a:t>
            </a:r>
            <a:r>
              <a:rPr lang="en-US" dirty="0" err="1"/>
              <a:t>là</a:t>
            </a:r>
            <a:r>
              <a:rPr lang="en-US" dirty="0"/>
              <a:t> </a:t>
            </a:r>
            <a:r>
              <a:rPr lang="en-US" dirty="0" err="1"/>
              <a:t>hoàn</a:t>
            </a:r>
            <a:r>
              <a:rPr lang="en-US" dirty="0"/>
              <a:t> </a:t>
            </a:r>
            <a:r>
              <a:rPr lang="en-US" dirty="0" err="1"/>
              <a:t>toàn</a:t>
            </a:r>
            <a:r>
              <a:rPr lang="en-US" dirty="0"/>
              <a:t> </a:t>
            </a:r>
            <a:r>
              <a:rPr lang="en-US" dirty="0" err="1"/>
              <a:t>đúng</a:t>
            </a:r>
            <a:r>
              <a:rPr lang="en-US" dirty="0"/>
              <a:t>, </a:t>
            </a:r>
            <a:r>
              <a:rPr lang="en-US" dirty="0" err="1"/>
              <a:t>biến</a:t>
            </a:r>
            <a:r>
              <a:rPr lang="en-US" dirty="0"/>
              <a:t> y </a:t>
            </a:r>
            <a:r>
              <a:rPr lang="en-US" dirty="0" err="1"/>
              <a:t>bên</a:t>
            </a:r>
            <a:r>
              <a:rPr lang="en-US" dirty="0"/>
              <a:t> </a:t>
            </a:r>
            <a:r>
              <a:rPr lang="en-US" dirty="0" err="1"/>
              <a:t>trong</a:t>
            </a:r>
            <a:r>
              <a:rPr lang="en-US" dirty="0"/>
              <a:t> </a:t>
            </a:r>
            <a:r>
              <a:rPr lang="en-US" dirty="0" err="1"/>
              <a:t>không</a:t>
            </a:r>
            <a:r>
              <a:rPr lang="en-US" dirty="0"/>
              <a:t> </a:t>
            </a:r>
            <a:r>
              <a:rPr lang="en-US" dirty="0" err="1"/>
              <a:t>liên</a:t>
            </a:r>
            <a:r>
              <a:rPr lang="en-US" dirty="0"/>
              <a:t> </a:t>
            </a:r>
            <a:r>
              <a:rPr lang="en-US" dirty="0" err="1"/>
              <a:t>quan</a:t>
            </a:r>
            <a:r>
              <a:rPr lang="en-US" dirty="0"/>
              <a:t> </a:t>
            </a:r>
            <a:r>
              <a:rPr lang="en-US" dirty="0" err="1"/>
              <a:t>gì</a:t>
            </a:r>
            <a:r>
              <a:rPr lang="en-US" dirty="0"/>
              <a:t> </a:t>
            </a:r>
            <a:r>
              <a:rPr lang="en-US" dirty="0" err="1"/>
              <a:t>đến</a:t>
            </a:r>
            <a:r>
              <a:rPr lang="en-US" dirty="0"/>
              <a:t> </a:t>
            </a:r>
            <a:r>
              <a:rPr lang="en-US" dirty="0" err="1"/>
              <a:t>biến</a:t>
            </a:r>
            <a:r>
              <a:rPr lang="en-US" dirty="0"/>
              <a:t> y </a:t>
            </a:r>
            <a:r>
              <a:rPr lang="en-US" dirty="0" err="1"/>
              <a:t>bên</a:t>
            </a:r>
            <a:r>
              <a:rPr lang="en-US" dirty="0"/>
              <a:t> </a:t>
            </a:r>
            <a:r>
              <a:rPr lang="en-US" dirty="0" err="1"/>
              <a:t>ngoài</a:t>
            </a:r>
            <a:r>
              <a:rPr lang="en-US" dirty="0"/>
              <a:t>,</a:t>
            </a:r>
          </a:p>
          <a:p>
            <a:r>
              <a:rPr lang="en-US" dirty="0" err="1"/>
              <a:t>và</a:t>
            </a:r>
            <a:r>
              <a:rPr lang="en-US" dirty="0"/>
              <a:t> </a:t>
            </a:r>
            <a:r>
              <a:rPr lang="en-US" dirty="0" err="1"/>
              <a:t>trong</a:t>
            </a:r>
            <a:r>
              <a:rPr lang="en-US" dirty="0"/>
              <a:t> </a:t>
            </a:r>
            <a:r>
              <a:rPr lang="en-US" dirty="0" err="1"/>
              <a:t>phạm</a:t>
            </a:r>
            <a:r>
              <a:rPr lang="en-US" dirty="0"/>
              <a:t> vi </a:t>
            </a:r>
            <a:r>
              <a:rPr lang="en-US" dirty="0" err="1"/>
              <a:t>hàm</a:t>
            </a:r>
            <a:r>
              <a:rPr lang="en-US" dirty="0"/>
              <a:t> f </a:t>
            </a:r>
            <a:r>
              <a:rPr lang="en-US" dirty="0" err="1"/>
              <a:t>thì</a:t>
            </a:r>
            <a:r>
              <a:rPr lang="en-US" dirty="0"/>
              <a:t> </a:t>
            </a:r>
            <a:r>
              <a:rPr lang="en-US" dirty="0" err="1"/>
              <a:t>nếu</a:t>
            </a:r>
            <a:r>
              <a:rPr lang="en-US" dirty="0"/>
              <a:t> ta </a:t>
            </a:r>
            <a:r>
              <a:rPr lang="en-US" dirty="0" err="1"/>
              <a:t>sử</a:t>
            </a:r>
            <a:r>
              <a:rPr lang="en-US" dirty="0"/>
              <a:t> </a:t>
            </a:r>
            <a:r>
              <a:rPr lang="en-US" dirty="0" err="1"/>
              <a:t>dụng</a:t>
            </a:r>
            <a:r>
              <a:rPr lang="en-US" dirty="0"/>
              <a:t> </a:t>
            </a:r>
            <a:r>
              <a:rPr lang="en-US" dirty="0" err="1"/>
              <a:t>biến</a:t>
            </a:r>
            <a:r>
              <a:rPr lang="en-US" dirty="0"/>
              <a:t> y </a:t>
            </a:r>
            <a:r>
              <a:rPr lang="en-US" dirty="0" err="1"/>
              <a:t>thì</a:t>
            </a:r>
            <a:r>
              <a:rPr lang="en-US" dirty="0"/>
              <a:t> </a:t>
            </a:r>
            <a:r>
              <a:rPr lang="en-US" dirty="0" err="1"/>
              <a:t>mặc</a:t>
            </a:r>
            <a:r>
              <a:rPr lang="en-US" dirty="0"/>
              <a:t> </a:t>
            </a:r>
            <a:r>
              <a:rPr lang="en-US" dirty="0" err="1"/>
              <a:t>định</a:t>
            </a:r>
            <a:r>
              <a:rPr lang="en-US" dirty="0"/>
              <a:t> </a:t>
            </a:r>
            <a:r>
              <a:rPr lang="en-US" dirty="0" err="1"/>
              <a:t>hiểu</a:t>
            </a:r>
            <a:r>
              <a:rPr lang="en-US" dirty="0"/>
              <a:t> </a:t>
            </a:r>
            <a:r>
              <a:rPr lang="en-US" dirty="0" err="1"/>
              <a:t>biến</a:t>
            </a:r>
            <a:r>
              <a:rPr lang="en-US" dirty="0"/>
              <a:t> double y.</a:t>
            </a:r>
          </a:p>
        </p:txBody>
      </p:sp>
      <p:sp>
        <p:nvSpPr>
          <p:cNvPr id="7" name="TextBox 6">
            <a:extLst>
              <a:ext uri="{FF2B5EF4-FFF2-40B4-BE49-F238E27FC236}">
                <a16:creationId xmlns:a16="http://schemas.microsoft.com/office/drawing/2014/main" id="{8AC5173B-E3F2-5A4C-4D28-717290E8E50A}"/>
              </a:ext>
            </a:extLst>
          </p:cNvPr>
          <p:cNvSpPr txBox="1"/>
          <p:nvPr/>
        </p:nvSpPr>
        <p:spPr>
          <a:xfrm>
            <a:off x="4444181" y="983721"/>
            <a:ext cx="6096000" cy="2375907"/>
          </a:xfrm>
          <a:prstGeom prst="rect">
            <a:avLst/>
          </a:prstGeom>
          <a:noFill/>
        </p:spPr>
        <p:txBody>
          <a:bodyPr wrap="square">
            <a:spAutoFit/>
          </a:bodyPr>
          <a:lstStyle/>
          <a:p>
            <a:pPr marL="0" indent="0" algn="just">
              <a:lnSpc>
                <a:spcPct val="130000"/>
              </a:lnSpc>
              <a:spcBef>
                <a:spcPts val="0"/>
              </a:spcBef>
              <a:spcAft>
                <a:spcPts val="600"/>
              </a:spcAft>
              <a:buNone/>
            </a:pPr>
            <a:r>
              <a:rPr lang="vi-VN" sz="1800" dirty="0"/>
              <a:t>Scope đề cập đến những phần nào của chương trình sẽ có thể nhìn thấy một đối tượng đã được khai báo. </a:t>
            </a:r>
            <a:endParaRPr lang="en-US" sz="1800" dirty="0"/>
          </a:p>
          <a:p>
            <a:pPr marL="0" indent="0" algn="just">
              <a:lnSpc>
                <a:spcPct val="130000"/>
              </a:lnSpc>
              <a:spcBef>
                <a:spcPts val="0"/>
              </a:spcBef>
              <a:spcAft>
                <a:spcPts val="600"/>
              </a:spcAft>
              <a:buNone/>
            </a:pPr>
            <a:r>
              <a:rPr lang="en-US" sz="1800" dirty="0"/>
              <a:t>- </a:t>
            </a:r>
            <a:r>
              <a:rPr lang="vi-VN" sz="1800" dirty="0"/>
              <a:t>Một phần chương trình có thể truy xuất đến các đối tượng có</a:t>
            </a:r>
            <a:r>
              <a:rPr lang="en-US" sz="1800" dirty="0"/>
              <a:t> </a:t>
            </a:r>
            <a:r>
              <a:rPr lang="en-US" sz="1800" dirty="0" err="1">
                <a:solidFill>
                  <a:schemeClr val="accent1">
                    <a:lumMod val="50000"/>
                  </a:schemeClr>
                </a:solidFill>
              </a:rPr>
              <a:t>cùng</a:t>
            </a:r>
            <a:r>
              <a:rPr lang="en-US" sz="1800" dirty="0">
                <a:solidFill>
                  <a:schemeClr val="accent1">
                    <a:lumMod val="50000"/>
                  </a:schemeClr>
                </a:solidFill>
              </a:rPr>
              <a:t> </a:t>
            </a:r>
            <a:r>
              <a:rPr lang="en-US" sz="1800" dirty="0" err="1">
                <a:solidFill>
                  <a:schemeClr val="accent1">
                    <a:lumMod val="50000"/>
                  </a:schemeClr>
                </a:solidFill>
              </a:rPr>
              <a:t>mức</a:t>
            </a:r>
            <a:r>
              <a:rPr lang="vi-VN" sz="1800" dirty="0">
                <a:solidFill>
                  <a:schemeClr val="accent1">
                    <a:lumMod val="50000"/>
                  </a:schemeClr>
                </a:solidFill>
              </a:rPr>
              <a:t> scope </a:t>
            </a:r>
            <a:r>
              <a:rPr lang="vi-VN" sz="1800" dirty="0"/>
              <a:t>hoặc </a:t>
            </a:r>
            <a:r>
              <a:rPr lang="en-US" sz="1800" dirty="0">
                <a:solidFill>
                  <a:schemeClr val="accent1">
                    <a:lumMod val="50000"/>
                  </a:schemeClr>
                </a:solidFill>
              </a:rPr>
              <a:t>scope </a:t>
            </a:r>
            <a:r>
              <a:rPr lang="vi-VN" sz="1800" dirty="0">
                <a:solidFill>
                  <a:schemeClr val="accent1">
                    <a:lumMod val="50000"/>
                  </a:schemeClr>
                </a:solidFill>
              </a:rPr>
              <a:t>rộng hơn</a:t>
            </a:r>
            <a:r>
              <a:rPr lang="vi-VN" sz="1800" dirty="0"/>
              <a:t>. </a:t>
            </a:r>
            <a:endParaRPr lang="en-US" sz="1800" dirty="0"/>
          </a:p>
          <a:p>
            <a:pPr marL="0" indent="0" algn="just">
              <a:lnSpc>
                <a:spcPct val="130000"/>
              </a:lnSpc>
              <a:spcBef>
                <a:spcPts val="0"/>
              </a:spcBef>
              <a:spcAft>
                <a:spcPts val="600"/>
              </a:spcAft>
              <a:buNone/>
            </a:pPr>
            <a:r>
              <a:rPr lang="en-US" sz="1800" dirty="0"/>
              <a:t>- </a:t>
            </a:r>
            <a:r>
              <a:rPr lang="vi-VN" sz="1800" dirty="0"/>
              <a:t>Ngược lại các phần chương trình không thể truy xuất đến các đối tượng có scope nhỏ hơn</a:t>
            </a:r>
            <a:r>
              <a:rPr lang="en-US" sz="1800" dirty="0"/>
              <a:t> (</a:t>
            </a:r>
            <a:r>
              <a:rPr lang="en-US" sz="1800" dirty="0" err="1"/>
              <a:t>nội</a:t>
            </a:r>
            <a:r>
              <a:rPr lang="en-US" sz="1800" dirty="0"/>
              <a:t> </a:t>
            </a:r>
            <a:r>
              <a:rPr lang="en-US" sz="1800" dirty="0" err="1"/>
              <a:t>bộ</a:t>
            </a:r>
            <a:r>
              <a:rPr lang="en-US" sz="1800" dirty="0"/>
              <a:t> </a:t>
            </a:r>
            <a:r>
              <a:rPr lang="en-US" sz="1800" dirty="0" err="1"/>
              <a:t>hơn</a:t>
            </a:r>
            <a:r>
              <a:rPr lang="en-US" sz="1800" dirty="0"/>
              <a:t>).</a:t>
            </a:r>
          </a:p>
        </p:txBody>
      </p:sp>
    </p:spTree>
    <p:extLst>
      <p:ext uri="{BB962C8B-B14F-4D97-AF65-F5344CB8AC3E}">
        <p14:creationId xmlns:p14="http://schemas.microsoft.com/office/powerpoint/2010/main" val="19870292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 screen&#10;&#10;Description automatically generated">
            <a:extLst>
              <a:ext uri="{FF2B5EF4-FFF2-40B4-BE49-F238E27FC236}">
                <a16:creationId xmlns:a16="http://schemas.microsoft.com/office/drawing/2014/main" id="{75B13252-9D12-EE29-5983-1476F13F8EE1}"/>
              </a:ext>
            </a:extLst>
          </p:cNvPr>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1733358" y="144611"/>
            <a:ext cx="8198918" cy="6253525"/>
          </a:xfrm>
          <a:prstGeom prst="rect">
            <a:avLst/>
          </a:prstGeom>
          <a:noFill/>
          <a:ln>
            <a:noFill/>
          </a:ln>
        </p:spPr>
      </p:pic>
    </p:spTree>
    <p:extLst>
      <p:ext uri="{BB962C8B-B14F-4D97-AF65-F5344CB8AC3E}">
        <p14:creationId xmlns:p14="http://schemas.microsoft.com/office/powerpoint/2010/main" val="2513515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90537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1B780-1CB7-0942-EBD1-C60730C395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FF15BC7-8060-50E7-214A-C824D0D1E0A9}"/>
              </a:ext>
            </a:extLst>
          </p:cNvPr>
          <p:cNvSpPr txBox="1"/>
          <p:nvPr/>
        </p:nvSpPr>
        <p:spPr>
          <a:xfrm>
            <a:off x="879566" y="689663"/>
            <a:ext cx="1217000" cy="369332"/>
          </a:xfrm>
          <a:prstGeom prst="rect">
            <a:avLst/>
          </a:prstGeom>
          <a:noFill/>
        </p:spPr>
        <p:txBody>
          <a:bodyPr wrap="none" rtlCol="0">
            <a:spAutoFit/>
          </a:bodyPr>
          <a:lstStyle/>
          <a:p>
            <a:r>
              <a:rPr lang="en-US" dirty="0"/>
              <a:t>Header file</a:t>
            </a:r>
          </a:p>
        </p:txBody>
      </p:sp>
      <p:sp>
        <p:nvSpPr>
          <p:cNvPr id="7" name="TextBox 6">
            <a:extLst>
              <a:ext uri="{FF2B5EF4-FFF2-40B4-BE49-F238E27FC236}">
                <a16:creationId xmlns:a16="http://schemas.microsoft.com/office/drawing/2014/main" id="{08941A1C-16DD-043D-AFE0-A5A210ABD654}"/>
              </a:ext>
            </a:extLst>
          </p:cNvPr>
          <p:cNvSpPr txBox="1"/>
          <p:nvPr/>
        </p:nvSpPr>
        <p:spPr>
          <a:xfrm>
            <a:off x="879566" y="1170490"/>
            <a:ext cx="6096000" cy="923330"/>
          </a:xfrm>
          <a:prstGeom prst="rect">
            <a:avLst/>
          </a:prstGeom>
          <a:noFill/>
        </p:spPr>
        <p:txBody>
          <a:bodyPr wrap="square">
            <a:spAutoFit/>
          </a:bodyPr>
          <a:lstStyle/>
          <a:p>
            <a:r>
              <a:rPr lang="en-GB" sz="1800" b="1" i="0" dirty="0">
                <a:solidFill>
                  <a:srgbClr val="000000"/>
                </a:solidFill>
                <a:effectLst/>
                <a:latin typeface="Cambria-Bold"/>
              </a:rPr>
              <a:t>File header </a:t>
            </a:r>
            <a:r>
              <a:rPr lang="en-GB" sz="1800" b="1" i="0" dirty="0" err="1">
                <a:solidFill>
                  <a:srgbClr val="000000"/>
                </a:solidFill>
                <a:effectLst/>
                <a:latin typeface="Cambria-Bold"/>
              </a:rPr>
              <a:t>không</a:t>
            </a:r>
            <a:r>
              <a:rPr lang="en-GB" sz="1800" b="1" i="0" dirty="0">
                <a:solidFill>
                  <a:srgbClr val="000000"/>
                </a:solidFill>
                <a:effectLst/>
                <a:latin typeface="Cambria-Bold"/>
              </a:rPr>
              <a:t> </a:t>
            </a:r>
            <a:r>
              <a:rPr lang="en-GB" sz="1800" b="1" i="0" dirty="0" err="1">
                <a:solidFill>
                  <a:srgbClr val="000000"/>
                </a:solidFill>
                <a:effectLst/>
                <a:latin typeface="Cambria-Bold"/>
              </a:rPr>
              <a:t>được</a:t>
            </a:r>
            <a:r>
              <a:rPr lang="en-GB" sz="1800" b="1" i="0" dirty="0">
                <a:solidFill>
                  <a:srgbClr val="000000"/>
                </a:solidFill>
                <a:effectLst/>
                <a:latin typeface="Cambria-Bold"/>
              </a:rPr>
              <a:t> </a:t>
            </a:r>
            <a:r>
              <a:rPr lang="en-GB" sz="1800" b="1" i="0" dirty="0" err="1">
                <a:solidFill>
                  <a:srgbClr val="000000"/>
                </a:solidFill>
                <a:effectLst/>
                <a:latin typeface="Cambria-Bold"/>
              </a:rPr>
              <a:t>chứa</a:t>
            </a:r>
            <a:r>
              <a:rPr lang="en-GB" sz="1800" b="1" i="0" dirty="0">
                <a:solidFill>
                  <a:srgbClr val="000000"/>
                </a:solidFill>
                <a:effectLst/>
                <a:latin typeface="Cambria-Bold"/>
              </a:rPr>
              <a:t> </a:t>
            </a:r>
            <a:r>
              <a:rPr lang="en-GB" sz="1800" b="1" i="0" dirty="0" err="1">
                <a:solidFill>
                  <a:srgbClr val="000000"/>
                </a:solidFill>
                <a:effectLst/>
                <a:latin typeface="Cambria-Bold"/>
              </a:rPr>
              <a:t>các</a:t>
            </a:r>
            <a:r>
              <a:rPr lang="en-GB" sz="1800" b="1" i="0" dirty="0">
                <a:solidFill>
                  <a:srgbClr val="000000"/>
                </a:solidFill>
                <a:effectLst/>
                <a:latin typeface="Cambria-Bold"/>
              </a:rPr>
              <a:t> </a:t>
            </a:r>
            <a:r>
              <a:rPr lang="en-GB" sz="1800" b="1" i="0" dirty="0" err="1">
                <a:solidFill>
                  <a:srgbClr val="000000"/>
                </a:solidFill>
                <a:effectLst/>
                <a:latin typeface="Cambria-Bold"/>
              </a:rPr>
              <a:t>thành</a:t>
            </a:r>
            <a:r>
              <a:rPr lang="en-GB" sz="1800" b="1" i="0" dirty="0">
                <a:solidFill>
                  <a:srgbClr val="000000"/>
                </a:solidFill>
                <a:effectLst/>
                <a:latin typeface="Cambria-Bold"/>
              </a:rPr>
              <a:t> </a:t>
            </a:r>
            <a:r>
              <a:rPr lang="en-GB" sz="1800" b="1" i="0" dirty="0" err="1">
                <a:solidFill>
                  <a:srgbClr val="000000"/>
                </a:solidFill>
                <a:effectLst/>
                <a:latin typeface="Cambria-Bold"/>
              </a:rPr>
              <a:t>phần</a:t>
            </a:r>
            <a:r>
              <a:rPr lang="en-GB" sz="1800" b="1" i="0" dirty="0">
                <a:solidFill>
                  <a:srgbClr val="000000"/>
                </a:solidFill>
                <a:effectLst/>
                <a:latin typeface="Cambria-Bold"/>
              </a:rPr>
              <a:t> </a:t>
            </a:r>
            <a:r>
              <a:rPr lang="en-GB" sz="1800" b="1" i="0" dirty="0" err="1">
                <a:solidFill>
                  <a:srgbClr val="000000"/>
                </a:solidFill>
                <a:effectLst/>
                <a:latin typeface="Cambria-Bold"/>
              </a:rPr>
              <a:t>sẽ</a:t>
            </a:r>
            <a:r>
              <a:rPr lang="en-GB" sz="1800" b="1" i="0" dirty="0">
                <a:solidFill>
                  <a:srgbClr val="000000"/>
                </a:solidFill>
                <a:effectLst/>
                <a:latin typeface="Cambria-Bold"/>
              </a:rPr>
              <a:t> </a:t>
            </a:r>
            <a:r>
              <a:rPr lang="en-GB" sz="1800" b="1" i="0" dirty="0" err="1">
                <a:solidFill>
                  <a:srgbClr val="000000"/>
                </a:solidFill>
                <a:effectLst/>
                <a:latin typeface="Cambria-Bold"/>
              </a:rPr>
              <a:t>được</a:t>
            </a:r>
            <a:r>
              <a:rPr lang="en-GB" sz="1800" b="1" i="0" dirty="0">
                <a:solidFill>
                  <a:srgbClr val="000000"/>
                </a:solidFill>
                <a:effectLst/>
                <a:latin typeface="Cambria-Bold"/>
              </a:rPr>
              <a:t> compiler </a:t>
            </a:r>
            <a:r>
              <a:rPr lang="en-GB" sz="1800" b="1" i="0" dirty="0" err="1">
                <a:solidFill>
                  <a:srgbClr val="000000"/>
                </a:solidFill>
                <a:effectLst/>
                <a:latin typeface="Cambria-Bold"/>
              </a:rPr>
              <a:t>cấp</a:t>
            </a:r>
            <a:r>
              <a:rPr lang="en-GB" sz="1800" b="1" i="0" dirty="0">
                <a:solidFill>
                  <a:srgbClr val="000000"/>
                </a:solidFill>
                <a:effectLst/>
                <a:latin typeface="Cambria-Bold"/>
              </a:rPr>
              <a:t> </a:t>
            </a:r>
            <a:r>
              <a:rPr lang="en-GB" sz="1800" b="1" i="0" dirty="0" err="1">
                <a:solidFill>
                  <a:srgbClr val="000000"/>
                </a:solidFill>
                <a:effectLst/>
                <a:latin typeface="Cambria-Bold"/>
              </a:rPr>
              <a:t>phát</a:t>
            </a:r>
            <a:r>
              <a:rPr lang="en-GB" sz="1800" b="1" i="0" dirty="0">
                <a:solidFill>
                  <a:srgbClr val="000000"/>
                </a:solidFill>
                <a:effectLst/>
                <a:latin typeface="Cambria-Bold"/>
              </a:rPr>
              <a:t> </a:t>
            </a:r>
            <a:r>
              <a:rPr lang="en-GB" sz="1800" b="1" i="0" dirty="0" err="1">
                <a:solidFill>
                  <a:srgbClr val="000000"/>
                </a:solidFill>
                <a:effectLst/>
                <a:latin typeface="Cambria-Bold"/>
              </a:rPr>
              <a:t>vùng</a:t>
            </a:r>
            <a:r>
              <a:rPr lang="en-GB" sz="1800" b="1" i="0" dirty="0">
                <a:solidFill>
                  <a:srgbClr val="000000"/>
                </a:solidFill>
                <a:effectLst/>
                <a:latin typeface="Cambria-Bold"/>
              </a:rPr>
              <a:t> </a:t>
            </a:r>
            <a:r>
              <a:rPr lang="en-GB" sz="1800" b="1" i="0" dirty="0" err="1">
                <a:solidFill>
                  <a:srgbClr val="000000"/>
                </a:solidFill>
                <a:effectLst/>
                <a:latin typeface="Cambria-Bold"/>
              </a:rPr>
              <a:t>nhớ</a:t>
            </a:r>
            <a:r>
              <a:rPr lang="en-GB" sz="1800" b="1" i="0" dirty="0">
                <a:solidFill>
                  <a:srgbClr val="000000"/>
                </a:solidFill>
                <a:effectLst/>
                <a:latin typeface="Cambria-Bold"/>
              </a:rPr>
              <a:t> </a:t>
            </a:r>
            <a:r>
              <a:rPr lang="en-GB" sz="1800" b="0" i="0" dirty="0" err="1">
                <a:solidFill>
                  <a:srgbClr val="000000"/>
                </a:solidFill>
                <a:effectLst/>
                <a:latin typeface="Cambria" panose="02040503050406030204" pitchFamily="18" charset="0"/>
              </a:rPr>
              <a:t>để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tránh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gây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lỗi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a:t>
            </a:r>
            <a:r>
              <a:rPr lang="en-GB" dirty="0"/>
              <a:t> </a:t>
            </a:r>
            <a:br>
              <a:rPr lang="en-GB" dirty="0"/>
            </a:br>
            <a:endParaRPr lang="en-GB" dirty="0"/>
          </a:p>
        </p:txBody>
      </p:sp>
      <p:sp>
        <p:nvSpPr>
          <p:cNvPr id="9" name="TextBox 8">
            <a:extLst>
              <a:ext uri="{FF2B5EF4-FFF2-40B4-BE49-F238E27FC236}">
                <a16:creationId xmlns:a16="http://schemas.microsoft.com/office/drawing/2014/main" id="{A0375CA5-4758-E734-4792-F98EBEACA959}"/>
              </a:ext>
            </a:extLst>
          </p:cNvPr>
          <p:cNvSpPr txBox="1"/>
          <p:nvPr/>
        </p:nvSpPr>
        <p:spPr>
          <a:xfrm>
            <a:off x="757084" y="1882149"/>
            <a:ext cx="6096000" cy="646331"/>
          </a:xfrm>
          <a:prstGeom prst="rect">
            <a:avLst/>
          </a:prstGeom>
          <a:noFill/>
        </p:spPr>
        <p:txBody>
          <a:bodyPr wrap="square">
            <a:spAutoFit/>
          </a:bodyPr>
          <a:lstStyle/>
          <a:p>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phần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của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một</a:t>
            </a:r>
            <a:r>
              <a:rPr lang="en-GB" sz="1800" b="0" i="0" dirty="0">
                <a:solidFill>
                  <a:srgbClr val="000000"/>
                </a:solidFill>
                <a:effectLst/>
                <a:latin typeface="Cambria" panose="02040503050406030204" pitchFamily="18" charset="0"/>
              </a:rPr>
              <a:t> file header .h bao </a:t>
            </a:r>
            <a:r>
              <a:rPr lang="en-GB" sz="1800" b="0" i="0" dirty="0" err="1">
                <a:solidFill>
                  <a:srgbClr val="000000"/>
                </a:solidFill>
                <a:effectLst/>
                <a:latin typeface="Cambria" panose="02040503050406030204" pitchFamily="18" charset="0"/>
              </a:rPr>
              <a:t>gồm</a:t>
            </a:r>
            <a:r>
              <a:rPr lang="en-GB" sz="1800" b="0" i="0" dirty="0">
                <a:solidFill>
                  <a:srgbClr val="000000"/>
                </a:solidFill>
                <a:effectLst/>
                <a:latin typeface="Cambria" panose="02040503050406030204" pitchFamily="18" charset="0"/>
              </a:rPr>
              <a:t>:</a:t>
            </a:r>
            <a:r>
              <a:rPr lang="en-GB" dirty="0"/>
              <a:t> </a:t>
            </a:r>
            <a:br>
              <a:rPr lang="en-GB" dirty="0"/>
            </a:br>
            <a:endParaRPr lang="en-GB" dirty="0"/>
          </a:p>
        </p:txBody>
      </p:sp>
      <p:pic>
        <p:nvPicPr>
          <p:cNvPr id="11" name="Picture 10">
            <a:extLst>
              <a:ext uri="{FF2B5EF4-FFF2-40B4-BE49-F238E27FC236}">
                <a16:creationId xmlns:a16="http://schemas.microsoft.com/office/drawing/2014/main" id="{2B838CDC-4C4E-EBDF-4B58-9E511DCD81A2}"/>
              </a:ext>
            </a:extLst>
          </p:cNvPr>
          <p:cNvPicPr>
            <a:picLocks noChangeAspect="1"/>
          </p:cNvPicPr>
          <p:nvPr/>
        </p:nvPicPr>
        <p:blipFill>
          <a:blip r:embed="rId2"/>
          <a:stretch>
            <a:fillRect/>
          </a:stretch>
        </p:blipFill>
        <p:spPr>
          <a:xfrm>
            <a:off x="7715393" y="2395068"/>
            <a:ext cx="2385267" cy="1044030"/>
          </a:xfrm>
          <a:prstGeom prst="rect">
            <a:avLst/>
          </a:prstGeom>
        </p:spPr>
      </p:pic>
      <p:sp>
        <p:nvSpPr>
          <p:cNvPr id="13" name="TextBox 12">
            <a:extLst>
              <a:ext uri="{FF2B5EF4-FFF2-40B4-BE49-F238E27FC236}">
                <a16:creationId xmlns:a16="http://schemas.microsoft.com/office/drawing/2014/main" id="{0D997E86-76EC-724A-4951-F9B7D16C1FF5}"/>
              </a:ext>
            </a:extLst>
          </p:cNvPr>
          <p:cNvSpPr txBox="1"/>
          <p:nvPr/>
        </p:nvSpPr>
        <p:spPr>
          <a:xfrm>
            <a:off x="1101213" y="3461171"/>
            <a:ext cx="6096000" cy="923330"/>
          </a:xfrm>
          <a:prstGeom prst="rect">
            <a:avLst/>
          </a:prstGeom>
          <a:noFill/>
        </p:spPr>
        <p:txBody>
          <a:bodyPr wrap="square">
            <a:spAutoFit/>
          </a:bodyPr>
          <a:lstStyle/>
          <a:p>
            <a:pPr>
              <a:buNone/>
            </a:pP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báo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sử</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dụng</a:t>
            </a:r>
            <a:endParaRPr lang="en-GB" sz="1800" b="0" i="0" dirty="0">
              <a:solidFill>
                <a:srgbClr val="000000"/>
              </a:solidFill>
              <a:effectLst/>
              <a:latin typeface="Cambria" panose="02040503050406030204" pitchFamily="18" charset="0"/>
            </a:endParaRPr>
          </a:p>
          <a:p>
            <a:pPr>
              <a:buNone/>
            </a:pPr>
            <a:r>
              <a:rPr lang="en-GB" sz="1800" b="0" i="0" dirty="0" err="1">
                <a:solidFill>
                  <a:srgbClr val="000000"/>
                </a:solidFill>
                <a:effectLst/>
                <a:latin typeface="Cambria" panose="02040503050406030204" pitchFamily="18" charset="0"/>
              </a:rPr>
              <a:t>khi</a:t>
            </a:r>
            <a:r>
              <a:rPr lang="en-GB" sz="1800" b="0" i="0" dirty="0">
                <a:solidFill>
                  <a:srgbClr val="000000"/>
                </a:solidFill>
                <a:effectLst/>
                <a:latin typeface="Cambria" panose="02040503050406030204" pitchFamily="18" charset="0"/>
              </a:rPr>
              <a:t> include header file </a:t>
            </a:r>
            <a:r>
              <a:rPr lang="en-GB" sz="1800" b="0" i="0" dirty="0" err="1">
                <a:solidFill>
                  <a:srgbClr val="000000"/>
                </a:solidFill>
                <a:effectLst/>
                <a:latin typeface="Cambria" panose="02040503050406030204" pitchFamily="18" charset="0"/>
              </a:rPr>
              <a:t>này</a:t>
            </a:r>
            <a:r>
              <a:rPr lang="en-GB" sz="1800" b="0" i="0" dirty="0">
                <a:solidFill>
                  <a:srgbClr val="000000"/>
                </a:solidFill>
                <a:effectLst/>
                <a:latin typeface="Cambria" panose="02040503050406030204" pitchFamily="18" charset="0"/>
              </a:rPr>
              <a:t>.</a:t>
            </a:r>
            <a:r>
              <a:rPr lang="en-GB" dirty="0"/>
              <a:t> </a:t>
            </a:r>
            <a:br>
              <a:rPr lang="en-GB" dirty="0"/>
            </a:br>
            <a:endParaRPr lang="en-GB" dirty="0"/>
          </a:p>
        </p:txBody>
      </p:sp>
      <p:sp>
        <p:nvSpPr>
          <p:cNvPr id="15" name="TextBox 14">
            <a:extLst>
              <a:ext uri="{FF2B5EF4-FFF2-40B4-BE49-F238E27FC236}">
                <a16:creationId xmlns:a16="http://schemas.microsoft.com/office/drawing/2014/main" id="{CAA742FB-76B0-246F-FECC-0DA1CA793B9C}"/>
              </a:ext>
            </a:extLst>
          </p:cNvPr>
          <p:cNvSpPr txBox="1"/>
          <p:nvPr/>
        </p:nvSpPr>
        <p:spPr>
          <a:xfrm>
            <a:off x="1108115" y="2395068"/>
            <a:ext cx="6096000" cy="1200329"/>
          </a:xfrm>
          <a:prstGeom prst="rect">
            <a:avLst/>
          </a:prstGeom>
          <a:noFill/>
        </p:spPr>
        <p:txBody>
          <a:bodyPr wrap="square">
            <a:spAutoFit/>
          </a:bodyPr>
          <a:lstStyle/>
          <a:p>
            <a:r>
              <a:rPr lang="en-GB" sz="1800" b="1" i="0" dirty="0">
                <a:solidFill>
                  <a:srgbClr val="000000"/>
                </a:solidFill>
                <a:effectLst/>
                <a:latin typeface="Cambria-Bold"/>
              </a:rPr>
              <a:t>- Header guard: </a:t>
            </a:r>
            <a:r>
              <a:rPr lang="en-GB" sz="1800" b="0" i="0" dirty="0" err="1">
                <a:solidFill>
                  <a:srgbClr val="000000"/>
                </a:solidFill>
                <a:effectLst/>
                <a:latin typeface="Cambria" panose="02040503050406030204" pitchFamily="18" charset="0"/>
              </a:rPr>
              <a:t>nội</a:t>
            </a:r>
            <a:r>
              <a:rPr lang="en-GB" sz="1800" b="0" i="0" dirty="0">
                <a:solidFill>
                  <a:srgbClr val="000000"/>
                </a:solidFill>
                <a:effectLst/>
                <a:latin typeface="Cambria" panose="02040503050406030204" pitchFamily="18" charset="0"/>
              </a:rPr>
              <a:t> dung </a:t>
            </a:r>
            <a:r>
              <a:rPr lang="en-GB" sz="1800" b="0" i="0" dirty="0" err="1">
                <a:solidFill>
                  <a:srgbClr val="000000"/>
                </a:solidFill>
                <a:effectLst/>
                <a:latin typeface="Cambria" panose="02040503050406030204" pitchFamily="18" charset="0"/>
              </a:rPr>
              <a:t>của</a:t>
            </a:r>
            <a:r>
              <a:rPr lang="en-GB" sz="1800" b="0" i="0" dirty="0">
                <a:solidFill>
                  <a:srgbClr val="000000"/>
                </a:solidFill>
                <a:effectLst/>
                <a:latin typeface="Cambria" panose="02040503050406030204" pitchFamily="18" charset="0"/>
              </a:rPr>
              <a:t> header file .h </a:t>
            </a:r>
            <a:r>
              <a:rPr lang="en-GB" sz="1800" b="0" i="0" dirty="0" err="1">
                <a:solidFill>
                  <a:srgbClr val="000000"/>
                </a:solidFill>
                <a:effectLst/>
                <a:latin typeface="Cambria" panose="02040503050406030204" pitchFamily="18" charset="0"/>
              </a:rPr>
              <a:t>phải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nằm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phần</a:t>
            </a:r>
            <a:r>
              <a:rPr lang="en-GB" sz="1800" b="0" i="0" dirty="0">
                <a:solidFill>
                  <a:srgbClr val="000000"/>
                </a:solidFill>
                <a:effectLst/>
                <a:latin typeface="Cambria" panose="02040503050406030204" pitchFamily="18" charset="0"/>
              </a:rPr>
              <a:t> header guard </a:t>
            </a:r>
            <a:r>
              <a:rPr lang="en-GB" sz="1800" b="0" i="0" dirty="0" err="1">
                <a:solidFill>
                  <a:srgbClr val="000000"/>
                </a:solidFill>
                <a:effectLst/>
                <a:latin typeface="Cambria" panose="02040503050406030204" pitchFamily="18" charset="0"/>
              </a:rPr>
              <a:t>này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Mục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đích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tránh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việc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báo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lặp</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lại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nhiều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lần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một</a:t>
            </a:r>
            <a:r>
              <a:rPr lang="en-GB" sz="1800" b="0" i="0" dirty="0">
                <a:solidFill>
                  <a:srgbClr val="000000"/>
                </a:solidFill>
                <a:effectLst/>
                <a:latin typeface="Cambria" panose="02040503050406030204" pitchFamily="18" charset="0"/>
              </a:rPr>
              <a:t> file source .c,</a:t>
            </a:r>
            <a:r>
              <a:rPr lang="en-GB" dirty="0"/>
              <a:t> </a:t>
            </a:r>
            <a:br>
              <a:rPr lang="en-GB" dirty="0"/>
            </a:br>
            <a:endParaRPr lang="en-GB" dirty="0"/>
          </a:p>
        </p:txBody>
      </p:sp>
      <p:sp>
        <p:nvSpPr>
          <p:cNvPr id="17" name="TextBox 16">
            <a:extLst>
              <a:ext uri="{FF2B5EF4-FFF2-40B4-BE49-F238E27FC236}">
                <a16:creationId xmlns:a16="http://schemas.microsoft.com/office/drawing/2014/main" id="{7A9392CD-BE50-111A-7417-09927468650F}"/>
              </a:ext>
            </a:extLst>
          </p:cNvPr>
          <p:cNvSpPr txBox="1"/>
          <p:nvPr/>
        </p:nvSpPr>
        <p:spPr>
          <a:xfrm>
            <a:off x="1179871" y="4204688"/>
            <a:ext cx="6096000" cy="646331"/>
          </a:xfrm>
          <a:prstGeom prst="rect">
            <a:avLst/>
          </a:prstGeom>
          <a:noFill/>
        </p:spPr>
        <p:txBody>
          <a:bodyPr wrap="square">
            <a:spAutoFit/>
          </a:bodyPr>
          <a:lstStyle/>
          <a:p>
            <a:r>
              <a:rPr lang="en-GB" sz="1800" b="0" i="0" dirty="0">
                <a:solidFill>
                  <a:srgbClr val="000000"/>
                </a:solidFill>
                <a:effectLst/>
                <a:latin typeface="Cambria" panose="02040503050406030204" pitchFamily="18" charset="0"/>
              </a:rPr>
              <a:t>- include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header file </a:t>
            </a:r>
            <a:r>
              <a:rPr lang="en-GB" sz="1800" b="0" i="0" dirty="0" err="1">
                <a:solidFill>
                  <a:srgbClr val="000000"/>
                </a:solidFill>
                <a:effectLst/>
                <a:latin typeface="Cambria" panose="02040503050406030204" pitchFamily="18" charset="0"/>
              </a:rPr>
              <a:t>khác</a:t>
            </a:r>
            <a:r>
              <a:rPr lang="en-GB" sz="1800" b="0" i="0" dirty="0">
                <a:solidFill>
                  <a:srgbClr val="000000"/>
                </a:solidFill>
                <a:effectLst/>
                <a:latin typeface="Cambria" panose="02040503050406030204" pitchFamily="18" charset="0"/>
              </a:rPr>
              <a:t>.</a:t>
            </a:r>
            <a:r>
              <a:rPr lang="en-GB" dirty="0"/>
              <a:t> </a:t>
            </a:r>
            <a:br>
              <a:rPr lang="en-GB" dirty="0"/>
            </a:br>
            <a:endParaRPr lang="en-GB" dirty="0"/>
          </a:p>
        </p:txBody>
      </p:sp>
      <p:sp>
        <p:nvSpPr>
          <p:cNvPr id="19" name="TextBox 18">
            <a:extLst>
              <a:ext uri="{FF2B5EF4-FFF2-40B4-BE49-F238E27FC236}">
                <a16:creationId xmlns:a16="http://schemas.microsoft.com/office/drawing/2014/main" id="{C81301A3-6444-3A26-E1EC-570FB937967C}"/>
              </a:ext>
            </a:extLst>
          </p:cNvPr>
          <p:cNvSpPr txBox="1"/>
          <p:nvPr/>
        </p:nvSpPr>
        <p:spPr>
          <a:xfrm>
            <a:off x="1179871" y="4487181"/>
            <a:ext cx="6096000" cy="1200329"/>
          </a:xfrm>
          <a:prstGeom prst="rect">
            <a:avLst/>
          </a:prstGeom>
          <a:noFill/>
        </p:spPr>
        <p:txBody>
          <a:bodyPr wrap="square">
            <a:spAutoFit/>
          </a:bodyPr>
          <a:lstStyle/>
          <a:p>
            <a:pPr>
              <a:buNone/>
            </a:pP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báo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biến</a:t>
            </a:r>
            <a:r>
              <a:rPr lang="en-GB" sz="1800" b="0" i="0" dirty="0">
                <a:solidFill>
                  <a:srgbClr val="000000"/>
                </a:solidFill>
                <a:effectLst/>
                <a:latin typeface="Cambria" panose="02040503050406030204" pitchFamily="18" charset="0"/>
              </a:rPr>
              <a:t> </a:t>
            </a:r>
            <a:r>
              <a:rPr lang="en-GB" dirty="0" err="1">
                <a:solidFill>
                  <a:srgbClr val="000000"/>
                </a:solidFill>
                <a:latin typeface="Cambria" panose="02040503050406030204" pitchFamily="18" charset="0"/>
              </a:rPr>
              <a:t>ngoài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với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từ</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khóa</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extern </a:t>
            </a:r>
            <a:r>
              <a:rPr lang="en-GB" sz="1800" b="0" i="0" dirty="0" err="1">
                <a:solidFill>
                  <a:srgbClr val="000000"/>
                </a:solidFill>
                <a:effectLst/>
                <a:latin typeface="Cambria" panose="02040503050406030204" pitchFamily="18" charset="0"/>
              </a:rPr>
              <a:t>của</a:t>
            </a:r>
            <a:endParaRPr lang="en-GB" sz="1800" b="0" i="0" dirty="0">
              <a:solidFill>
                <a:srgbClr val="000000"/>
              </a:solidFill>
              <a:effectLst/>
              <a:latin typeface="Cambria" panose="02040503050406030204" pitchFamily="18" charset="0"/>
            </a:endParaRPr>
          </a:p>
          <a:p>
            <a:pPr>
              <a:buNone/>
            </a:pPr>
            <a:r>
              <a:rPr lang="en-GB" sz="1800" b="0" i="0" dirty="0" err="1">
                <a:solidFill>
                  <a:srgbClr val="000000"/>
                </a:solidFill>
                <a:effectLst/>
                <a:latin typeface="Cambria" panose="02040503050406030204" pitchFamily="18" charset="0"/>
              </a:rPr>
              <a:t>một</a:t>
            </a:r>
            <a:r>
              <a:rPr lang="en-GB" sz="1800" b="0" i="0" dirty="0">
                <a:solidFill>
                  <a:srgbClr val="000000"/>
                </a:solidFill>
                <a:effectLst/>
                <a:latin typeface="Cambria" panose="02040503050406030204" pitchFamily="18" charset="0"/>
              </a:rPr>
              <a:t> source file .c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sử</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dụng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bởi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source file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include header file .h </a:t>
            </a:r>
            <a:r>
              <a:rPr lang="en-GB" sz="1800" b="0" i="0" dirty="0" err="1">
                <a:solidFill>
                  <a:srgbClr val="000000"/>
                </a:solidFill>
                <a:effectLst/>
                <a:latin typeface="Cambria" panose="02040503050406030204" pitchFamily="18" charset="0"/>
              </a:rPr>
              <a:t>này</a:t>
            </a:r>
            <a:r>
              <a:rPr lang="en-GB" sz="1800" b="0" i="0" dirty="0">
                <a:solidFill>
                  <a:srgbClr val="000000"/>
                </a:solidFill>
                <a:effectLst/>
                <a:latin typeface="Cambria" panose="02040503050406030204" pitchFamily="18" charset="0"/>
              </a:rPr>
              <a:t>.</a:t>
            </a:r>
            <a:r>
              <a:rPr lang="en-GB" dirty="0"/>
              <a:t> </a:t>
            </a:r>
            <a:br>
              <a:rPr lang="en-GB" dirty="0"/>
            </a:br>
            <a:r>
              <a:rPr lang="en-GB" dirty="0"/>
              <a:t>- Các </a:t>
            </a:r>
            <a:r>
              <a:rPr lang="en-GB" dirty="0" err="1"/>
              <a:t>đinh</a:t>
            </a:r>
            <a:r>
              <a:rPr lang="en-GB" dirty="0"/>
              <a:t> </a:t>
            </a:r>
            <a:r>
              <a:rPr lang="en-GB" dirty="0" err="1"/>
              <a:t>nghĩa</a:t>
            </a:r>
            <a:r>
              <a:rPr lang="en-GB" dirty="0"/>
              <a:t> macro: #define</a:t>
            </a:r>
          </a:p>
        </p:txBody>
      </p:sp>
      <p:sp>
        <p:nvSpPr>
          <p:cNvPr id="21" name="TextBox 20">
            <a:extLst>
              <a:ext uri="{FF2B5EF4-FFF2-40B4-BE49-F238E27FC236}">
                <a16:creationId xmlns:a16="http://schemas.microsoft.com/office/drawing/2014/main" id="{DA5D4A04-0312-7E0D-BC06-E4F7B98EC804}"/>
              </a:ext>
            </a:extLst>
          </p:cNvPr>
          <p:cNvSpPr txBox="1"/>
          <p:nvPr/>
        </p:nvSpPr>
        <p:spPr>
          <a:xfrm>
            <a:off x="1108115" y="5614670"/>
            <a:ext cx="6096000" cy="923330"/>
          </a:xfrm>
          <a:prstGeom prst="rect">
            <a:avLst/>
          </a:prstGeom>
          <a:noFill/>
        </p:spPr>
        <p:txBody>
          <a:bodyPr wrap="square">
            <a:spAutoFit/>
          </a:bodyPr>
          <a:lstStyle/>
          <a:p>
            <a:r>
              <a:rPr lang="en-GB" sz="1800" b="0" i="0" dirty="0">
                <a:solidFill>
                  <a:srgbClr val="000000"/>
                </a:solidFill>
                <a:effectLst/>
                <a:latin typeface="SymbolMT"/>
              </a:rPr>
              <a:t>- </a:t>
            </a:r>
            <a:r>
              <a:rPr lang="en-GB" sz="1800" b="1" i="0" dirty="0">
                <a:solidFill>
                  <a:srgbClr val="000000"/>
                </a:solidFill>
                <a:effectLst/>
                <a:latin typeface="Cambria-Bold"/>
              </a:rPr>
              <a:t>Định </a:t>
            </a:r>
            <a:r>
              <a:rPr lang="en-GB" sz="1800" b="1" i="0" dirty="0" err="1">
                <a:solidFill>
                  <a:srgbClr val="000000"/>
                </a:solidFill>
                <a:effectLst/>
                <a:latin typeface="Cambria-Bold"/>
              </a:rPr>
              <a:t>nghĩa</a:t>
            </a:r>
            <a:r>
              <a:rPr lang="en-GB" sz="1800" b="1" i="0" dirty="0">
                <a:solidFill>
                  <a:srgbClr val="000000"/>
                </a:solidFill>
                <a:effectLst/>
                <a:latin typeface="Cambria-Bold"/>
              </a:rPr>
              <a:t> </a:t>
            </a:r>
            <a:r>
              <a:rPr lang="en-GB" sz="1800" b="1" i="0" dirty="0" err="1">
                <a:solidFill>
                  <a:srgbClr val="000000"/>
                </a:solidFill>
                <a:effectLst/>
                <a:latin typeface="Cambria-Bold"/>
              </a:rPr>
              <a:t>kiểu</a:t>
            </a:r>
            <a:r>
              <a:rPr lang="en-GB" sz="1800" b="1" i="0" dirty="0">
                <a:solidFill>
                  <a:srgbClr val="000000"/>
                </a:solidFill>
                <a:effectLst/>
                <a:latin typeface="Cambria-Bold"/>
              </a:rPr>
              <a:t> </a:t>
            </a:r>
            <a:r>
              <a:rPr lang="en-GB" sz="1800" b="1" i="0" dirty="0" err="1">
                <a:solidFill>
                  <a:srgbClr val="000000"/>
                </a:solidFill>
                <a:effectLst/>
                <a:latin typeface="Cambria-Bold"/>
              </a:rPr>
              <a:t>dữ</a:t>
            </a:r>
            <a:r>
              <a:rPr lang="en-GB" sz="1800" b="1" i="0" dirty="0">
                <a:solidFill>
                  <a:srgbClr val="000000"/>
                </a:solidFill>
                <a:effectLst/>
                <a:latin typeface="Cambria-Bold"/>
              </a:rPr>
              <a:t> </a:t>
            </a:r>
            <a:r>
              <a:rPr lang="en-GB" sz="1800" b="1" i="0" dirty="0" err="1">
                <a:solidFill>
                  <a:srgbClr val="000000"/>
                </a:solidFill>
                <a:effectLst/>
                <a:latin typeface="Cambria-Bold"/>
              </a:rPr>
              <a:t>liệu</a:t>
            </a:r>
            <a:r>
              <a:rPr lang="en-GB" sz="1800" b="1" i="0" dirty="0">
                <a:solidFill>
                  <a:srgbClr val="000000"/>
                </a:solidFill>
                <a:effectLst/>
                <a:latin typeface="Cambria-Bold"/>
              </a:rPr>
              <a:t> (</a:t>
            </a:r>
            <a:r>
              <a:rPr lang="en-GB" sz="1800" b="1" i="0" dirty="0" err="1">
                <a:solidFill>
                  <a:srgbClr val="000000"/>
                </a:solidFill>
                <a:effectLst/>
                <a:latin typeface="Cambria-Bold"/>
              </a:rPr>
              <a:t>có</a:t>
            </a:r>
            <a:r>
              <a:rPr lang="en-GB" sz="1800" b="1" i="0" dirty="0">
                <a:solidFill>
                  <a:srgbClr val="000000"/>
                </a:solidFill>
                <a:effectLst/>
                <a:latin typeface="Cambria-Bold"/>
              </a:rPr>
              <a:t> </a:t>
            </a:r>
            <a:r>
              <a:rPr lang="en-GB" sz="1800" b="1" i="0" dirty="0" err="1">
                <a:solidFill>
                  <a:srgbClr val="000000"/>
                </a:solidFill>
                <a:effectLst/>
                <a:latin typeface="Cambria-Bold"/>
              </a:rPr>
              <a:t>hoặc</a:t>
            </a:r>
            <a:r>
              <a:rPr lang="en-GB" sz="1800" b="1" i="0" dirty="0">
                <a:solidFill>
                  <a:srgbClr val="000000"/>
                </a:solidFill>
                <a:effectLst/>
                <a:latin typeface="Cambria-Bold"/>
              </a:rPr>
              <a:t> </a:t>
            </a:r>
            <a:r>
              <a:rPr lang="en-GB" sz="1800" b="1" i="0" dirty="0" err="1">
                <a:solidFill>
                  <a:srgbClr val="000000"/>
                </a:solidFill>
                <a:effectLst/>
                <a:latin typeface="Cambria-Bold"/>
              </a:rPr>
              <a:t>không</a:t>
            </a:r>
            <a:r>
              <a:rPr lang="en-GB" sz="1800" b="1" i="0" dirty="0">
                <a:solidFill>
                  <a:srgbClr val="000000"/>
                </a:solidFill>
                <a:effectLst/>
                <a:latin typeface="Cambria-Bold"/>
              </a:rPr>
              <a:t> </a:t>
            </a:r>
            <a:r>
              <a:rPr lang="en-GB" sz="1800" b="1" i="0" dirty="0" err="1">
                <a:solidFill>
                  <a:srgbClr val="000000"/>
                </a:solidFill>
                <a:effectLst/>
                <a:latin typeface="Cambria-Bold"/>
              </a:rPr>
              <a:t>có</a:t>
            </a:r>
            <a:r>
              <a:rPr lang="en-GB" sz="1800" b="1" i="0" dirty="0">
                <a:solidFill>
                  <a:srgbClr val="000000"/>
                </a:solidFill>
                <a:effectLst/>
                <a:latin typeface="Cambria-Bold"/>
              </a:rPr>
              <a:t> </a:t>
            </a:r>
            <a:r>
              <a:rPr lang="en-GB" sz="1800" b="1" i="0" dirty="0">
                <a:solidFill>
                  <a:srgbClr val="000000"/>
                </a:solidFill>
                <a:effectLst/>
                <a:latin typeface="AntikorMono-Bold"/>
              </a:rPr>
              <a:t>typedef</a:t>
            </a:r>
            <a:r>
              <a:rPr lang="en-GB" sz="1800" b="1" i="0" dirty="0">
                <a:solidFill>
                  <a:srgbClr val="000000"/>
                </a:solidFill>
                <a:effectLst/>
                <a:latin typeface="Cambria-Bold"/>
              </a:rPr>
              <a:t>): </a:t>
            </a:r>
            <a:r>
              <a:rPr lang="en-GB" sz="1800" b="0" i="0" dirty="0" err="1">
                <a:solidFill>
                  <a:srgbClr val="000000"/>
                </a:solidFill>
                <a:effectLst/>
                <a:latin typeface="Cambria" panose="02040503050406030204" pitchFamily="18" charset="0"/>
              </a:rPr>
              <a:t>enum</a:t>
            </a:r>
            <a:r>
              <a:rPr lang="en-GB" sz="1800" b="0" i="0" dirty="0">
                <a:solidFill>
                  <a:srgbClr val="000000"/>
                </a:solidFill>
                <a:effectLst/>
                <a:latin typeface="Cambria" panose="02040503050406030204" pitchFamily="18" charset="0"/>
              </a:rPr>
              <a:t>, struct, union</a:t>
            </a:r>
            <a:r>
              <a:rPr lang="en-GB" dirty="0"/>
              <a:t> </a:t>
            </a:r>
            <a:br>
              <a:rPr lang="en-GB" dirty="0"/>
            </a:br>
            <a:endParaRPr lang="en-GB" dirty="0"/>
          </a:p>
        </p:txBody>
      </p:sp>
    </p:spTree>
    <p:extLst>
      <p:ext uri="{BB962C8B-B14F-4D97-AF65-F5344CB8AC3E}">
        <p14:creationId xmlns:p14="http://schemas.microsoft.com/office/powerpoint/2010/main" val="2230119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CEF5660-7144-0482-4C1E-727D264F1B53}"/>
              </a:ext>
            </a:extLst>
          </p:cNvPr>
          <p:cNvSpPr txBox="1"/>
          <p:nvPr/>
        </p:nvSpPr>
        <p:spPr>
          <a:xfrm>
            <a:off x="1622322" y="258291"/>
            <a:ext cx="6096000" cy="3416320"/>
          </a:xfrm>
          <a:prstGeom prst="rect">
            <a:avLst/>
          </a:prstGeom>
          <a:noFill/>
        </p:spPr>
        <p:txBody>
          <a:bodyPr wrap="square">
            <a:spAutoFit/>
          </a:bodyPr>
          <a:lstStyle/>
          <a:p>
            <a:pPr>
              <a:buNone/>
            </a:pPr>
            <a:r>
              <a:rPr lang="en-GB" sz="1800" b="0" i="0" dirty="0">
                <a:solidFill>
                  <a:srgbClr val="000000"/>
                </a:solidFill>
                <a:effectLst/>
                <a:latin typeface="Cambria" panose="02040503050406030204" pitchFamily="18" charset="0"/>
              </a:rPr>
              <a:t>Inline function</a:t>
            </a:r>
          </a:p>
          <a:p>
            <a:pPr>
              <a:buNone/>
            </a:pP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khai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báo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với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từ</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khóa</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inline</a:t>
            </a:r>
            <a:r>
              <a:rPr lang="en-GB" sz="1800" b="0" i="0" dirty="0">
                <a:solidFill>
                  <a:srgbClr val="000000"/>
                </a:solidFill>
                <a:effectLst/>
                <a:latin typeface="Cambria" panose="02040503050406030204" pitchFamily="18" charset="0"/>
              </a:rPr>
              <a:t>.</a:t>
            </a:r>
          </a:p>
          <a:p>
            <a:pPr>
              <a:buNone/>
            </a:pPr>
            <a:r>
              <a:rPr lang="en-GB" sz="1800" b="0" i="0" dirty="0">
                <a:solidFill>
                  <a:srgbClr val="000000"/>
                </a:solidFill>
                <a:effectLst/>
                <a:latin typeface="Cambria" panose="02040503050406030204" pitchFamily="18" charset="0"/>
              </a:rPr>
              <a:t>VD: </a:t>
            </a:r>
            <a:r>
              <a:rPr lang="en-GB" sz="1800" b="1" i="0" dirty="0">
                <a:solidFill>
                  <a:srgbClr val="7030A0"/>
                </a:solidFill>
                <a:effectLst/>
                <a:latin typeface="AntikorMono-Bold"/>
              </a:rPr>
              <a:t>static </a:t>
            </a:r>
            <a:r>
              <a:rPr lang="en-GB" sz="1800" b="1" i="0" dirty="0">
                <a:solidFill>
                  <a:srgbClr val="000000"/>
                </a:solidFill>
                <a:effectLst/>
                <a:latin typeface="AntikorMono-Bold"/>
              </a:rPr>
              <a:t>inline </a:t>
            </a:r>
            <a:r>
              <a:rPr lang="en-GB" sz="1800" b="1" i="0" dirty="0">
                <a:solidFill>
                  <a:srgbClr val="7030A0"/>
                </a:solidFill>
                <a:effectLst/>
                <a:latin typeface="AntikorMono-Bold"/>
              </a:rPr>
              <a:t>void </a:t>
            </a:r>
            <a:r>
              <a:rPr lang="en-GB" sz="1800" b="0" i="0" dirty="0">
                <a:solidFill>
                  <a:srgbClr val="000000"/>
                </a:solidFill>
                <a:effectLst/>
                <a:latin typeface="AntikorMono-Regular"/>
              </a:rPr>
              <a:t>function_1();</a:t>
            </a:r>
          </a:p>
          <a:p>
            <a:pPr>
              <a:buNone/>
            </a:pPr>
            <a:r>
              <a:rPr lang="en-GB" sz="1800" b="0" i="0" dirty="0" err="1">
                <a:solidFill>
                  <a:srgbClr val="000000"/>
                </a:solidFill>
                <a:effectLst/>
                <a:latin typeface="Cambria" panose="02040503050406030204" pitchFamily="18" charset="0"/>
              </a:rPr>
              <a:t>Từ</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khóa</a:t>
            </a:r>
            <a:r>
              <a:rPr lang="en-GB" sz="1800" b="0" i="0" dirty="0">
                <a:solidFill>
                  <a:srgbClr val="000000"/>
                </a:solidFill>
                <a:effectLst/>
                <a:latin typeface="Cambria" panose="02040503050406030204" pitchFamily="18" charset="0"/>
              </a:rPr>
              <a:t> </a:t>
            </a:r>
            <a:r>
              <a:rPr lang="en-GB" sz="1800" b="1" i="0" dirty="0">
                <a:solidFill>
                  <a:srgbClr val="000000"/>
                </a:solidFill>
                <a:effectLst/>
                <a:latin typeface="Cambria-Bold"/>
              </a:rPr>
              <a:t>inline </a:t>
            </a:r>
            <a:r>
              <a:rPr lang="en-GB" sz="1800" b="1" i="0" dirty="0" err="1">
                <a:solidFill>
                  <a:srgbClr val="000000"/>
                </a:solidFill>
                <a:effectLst/>
                <a:latin typeface="Cambria-Bold"/>
              </a:rPr>
              <a:t>chỉ</a:t>
            </a:r>
            <a:r>
              <a:rPr lang="en-GB" sz="1800" b="1" i="0" dirty="0">
                <a:solidFill>
                  <a:srgbClr val="000000"/>
                </a:solidFill>
                <a:effectLst/>
                <a:latin typeface="Cambria-Bold"/>
              </a:rPr>
              <a:t> </a:t>
            </a:r>
            <a:r>
              <a:rPr lang="en-GB" sz="1800" b="1" i="0" dirty="0" err="1">
                <a:solidFill>
                  <a:srgbClr val="000000"/>
                </a:solidFill>
                <a:effectLst/>
                <a:latin typeface="Cambria-Bold"/>
              </a:rPr>
              <a:t>là</a:t>
            </a:r>
            <a:r>
              <a:rPr lang="en-GB" sz="1800" b="1" i="0" dirty="0">
                <a:solidFill>
                  <a:srgbClr val="000000"/>
                </a:solidFill>
                <a:effectLst/>
                <a:latin typeface="Cambria-Bold"/>
              </a:rPr>
              <a:t> </a:t>
            </a:r>
            <a:r>
              <a:rPr lang="en-GB" sz="1800" b="1" i="0" dirty="0" err="1">
                <a:solidFill>
                  <a:srgbClr val="000000"/>
                </a:solidFill>
                <a:effectLst/>
                <a:latin typeface="Cambria-Bold"/>
              </a:rPr>
              <a:t>một</a:t>
            </a:r>
            <a:r>
              <a:rPr lang="en-GB" sz="1800" b="1" i="0" dirty="0">
                <a:solidFill>
                  <a:srgbClr val="000000"/>
                </a:solidFill>
                <a:effectLst/>
                <a:latin typeface="Cambria-Bold"/>
              </a:rPr>
              <a:t> </a:t>
            </a:r>
            <a:r>
              <a:rPr lang="en-GB" sz="1800" b="1" i="0" dirty="0" err="1">
                <a:solidFill>
                  <a:srgbClr val="000000"/>
                </a:solidFill>
                <a:effectLst/>
                <a:latin typeface="Cambria-Bold"/>
              </a:rPr>
              <a:t>yêu</a:t>
            </a:r>
            <a:r>
              <a:rPr lang="en-GB" sz="1800" b="1" i="0" dirty="0">
                <a:solidFill>
                  <a:srgbClr val="000000"/>
                </a:solidFill>
                <a:effectLst/>
                <a:latin typeface="Cambria-Bold"/>
              </a:rPr>
              <a:t> </a:t>
            </a:r>
            <a:r>
              <a:rPr lang="en-GB" sz="1800" b="1" i="0" dirty="0" err="1">
                <a:solidFill>
                  <a:srgbClr val="000000"/>
                </a:solidFill>
                <a:effectLst/>
                <a:latin typeface="Cambria-Bold"/>
              </a:rPr>
              <a:t>cầu</a:t>
            </a:r>
            <a:r>
              <a:rPr lang="en-GB" sz="1800" b="1" i="0" dirty="0">
                <a:solidFill>
                  <a:srgbClr val="000000"/>
                </a:solidFill>
                <a:effectLst/>
                <a:latin typeface="Cambria-Bold"/>
              </a:rPr>
              <a:t> </a:t>
            </a:r>
            <a:r>
              <a:rPr lang="en-GB" sz="1800" b="0" i="0" dirty="0" err="1">
                <a:solidFill>
                  <a:srgbClr val="000000"/>
                </a:solidFill>
                <a:effectLst/>
                <a:latin typeface="Cambria" panose="02040503050406030204" pitchFamily="18" charset="0"/>
              </a:rPr>
              <a:t>cho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không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phải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một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lệnh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bắt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buộc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 </a:t>
            </a:r>
            <a:r>
              <a:rPr lang="en-GB" sz="1800" b="1" i="0" dirty="0" err="1">
                <a:solidFill>
                  <a:srgbClr val="000000"/>
                </a:solidFill>
                <a:effectLst/>
                <a:latin typeface="Cambria-Bold"/>
              </a:rPr>
              <a:t>có</a:t>
            </a:r>
            <a:r>
              <a:rPr lang="en-GB" sz="1800" b="1" i="0" dirty="0">
                <a:solidFill>
                  <a:srgbClr val="000000"/>
                </a:solidFill>
                <a:effectLst/>
                <a:latin typeface="Cambria-Bold"/>
              </a:rPr>
              <a:t> </a:t>
            </a:r>
            <a:r>
              <a:rPr lang="en-GB" sz="1800" b="1" i="0" dirty="0" err="1">
                <a:solidFill>
                  <a:srgbClr val="000000"/>
                </a:solidFill>
                <a:effectLst/>
                <a:latin typeface="Cambria-Bold"/>
              </a:rPr>
              <a:t>thể</a:t>
            </a:r>
            <a:r>
              <a:rPr lang="en-GB" sz="1800" b="1" i="0" dirty="0">
                <a:solidFill>
                  <a:srgbClr val="000000"/>
                </a:solidFill>
                <a:effectLst/>
                <a:latin typeface="Cambria-Bold"/>
              </a:rPr>
              <a:t> </a:t>
            </a:r>
            <a:r>
              <a:rPr lang="en-GB" sz="1800" b="1" i="0" dirty="0" err="1">
                <a:solidFill>
                  <a:srgbClr val="000000"/>
                </a:solidFill>
                <a:effectLst/>
                <a:latin typeface="Cambria-Bold"/>
              </a:rPr>
              <a:t>không</a:t>
            </a:r>
            <a:r>
              <a:rPr lang="en-GB" sz="1800" b="1" i="0" dirty="0">
                <a:solidFill>
                  <a:srgbClr val="000000"/>
                </a:solidFill>
                <a:effectLst/>
                <a:latin typeface="Cambria-Bold"/>
              </a:rPr>
              <a:t> </a:t>
            </a:r>
            <a:r>
              <a:rPr lang="en-GB" sz="1800" b="1" i="0" dirty="0" err="1">
                <a:solidFill>
                  <a:srgbClr val="000000"/>
                </a:solidFill>
                <a:effectLst/>
                <a:latin typeface="Cambria-Bold"/>
              </a:rPr>
              <a:t>thực</a:t>
            </a:r>
            <a:r>
              <a:rPr lang="en-GB" sz="1800" b="1" i="0" dirty="0">
                <a:solidFill>
                  <a:srgbClr val="000000"/>
                </a:solidFill>
                <a:effectLst/>
                <a:latin typeface="Cambria-Bold"/>
              </a:rPr>
              <a:t> </a:t>
            </a:r>
            <a:r>
              <a:rPr lang="en-GB" sz="1800" b="1" i="0" dirty="0" err="1">
                <a:solidFill>
                  <a:srgbClr val="000000"/>
                </a:solidFill>
                <a:effectLst/>
                <a:latin typeface="Cambria-Bold"/>
              </a:rPr>
              <a:t>hiện</a:t>
            </a:r>
            <a:r>
              <a:rPr lang="en-GB" sz="1800" b="1" i="0" dirty="0">
                <a:solidFill>
                  <a:srgbClr val="000000"/>
                </a:solidFill>
                <a:effectLst/>
                <a:latin typeface="Cambria-Bold"/>
              </a:rPr>
              <a:t> inline function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trường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hợp</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như</a:t>
            </a:r>
            <a:r>
              <a:rPr lang="en-GB" sz="1800" b="0" i="0" dirty="0">
                <a:solidFill>
                  <a:srgbClr val="000000"/>
                </a:solidFill>
                <a:effectLst/>
                <a:latin typeface="Cambria" panose="02040503050406030204" pitchFamily="18" charset="0"/>
              </a:rPr>
              <a:t>:</a:t>
            </a:r>
          </a:p>
          <a:p>
            <a:pPr>
              <a:buNone/>
            </a:pPr>
            <a:r>
              <a:rPr lang="en-GB" sz="1800" b="0" i="0" dirty="0">
                <a:solidFill>
                  <a:srgbClr val="000000"/>
                </a:solidFill>
                <a:effectLst/>
                <a:latin typeface="SymbolMT"/>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chứa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vòng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lặp</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(for, while, do-while)</a:t>
            </a:r>
            <a:r>
              <a:rPr lang="en-GB" sz="1800" b="0" i="0" dirty="0">
                <a:solidFill>
                  <a:srgbClr val="000000"/>
                </a:solidFill>
                <a:effectLst/>
                <a:latin typeface="Cambria" panose="02040503050406030204" pitchFamily="18" charset="0"/>
              </a:rPr>
              <a:t>.</a:t>
            </a:r>
          </a:p>
          <a:p>
            <a:pPr>
              <a:buNone/>
            </a:pPr>
            <a:r>
              <a:rPr lang="en-GB" sz="1800" b="0" i="0" dirty="0">
                <a:solidFill>
                  <a:srgbClr val="000000"/>
                </a:solidFill>
                <a:effectLst/>
                <a:latin typeface="SymbolMT"/>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chứa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biến</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static</a:t>
            </a:r>
            <a:r>
              <a:rPr lang="en-GB" sz="1800" b="0" i="0" dirty="0">
                <a:solidFill>
                  <a:srgbClr val="000000"/>
                </a:solidFill>
                <a:effectLst/>
                <a:latin typeface="Cambria" panose="02040503050406030204" pitchFamily="18" charset="0"/>
              </a:rPr>
              <a:t>.</a:t>
            </a:r>
          </a:p>
          <a:p>
            <a:pPr>
              <a:buNone/>
            </a:pPr>
            <a:r>
              <a:rPr lang="en-GB" sz="1800" b="0" i="0" dirty="0">
                <a:solidFill>
                  <a:srgbClr val="000000"/>
                </a:solidFill>
                <a:effectLst/>
                <a:latin typeface="SymbolMT"/>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đệ</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quy</a:t>
            </a:r>
            <a:r>
              <a:rPr lang="en-GB" sz="1800" b="0" i="0" dirty="0">
                <a:solidFill>
                  <a:srgbClr val="000000"/>
                </a:solidFill>
                <a:effectLst/>
                <a:latin typeface="Cambria" panose="02040503050406030204" pitchFamily="18" charset="0"/>
              </a:rPr>
              <a:t>.</a:t>
            </a:r>
          </a:p>
          <a:p>
            <a:pPr>
              <a:buNone/>
            </a:pPr>
            <a:r>
              <a:rPr lang="en-GB" sz="1800" b="0" i="0" dirty="0">
                <a:solidFill>
                  <a:srgbClr val="000000"/>
                </a:solidFill>
                <a:effectLst/>
                <a:latin typeface="SymbolMT"/>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chứa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câu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lệnh</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switch </a:t>
            </a:r>
            <a:r>
              <a:rPr lang="en-GB" sz="1800" b="0" i="0" dirty="0" err="1">
                <a:solidFill>
                  <a:srgbClr val="000000"/>
                </a:solidFill>
                <a:effectLst/>
                <a:latin typeface="Cambria" panose="02040503050406030204" pitchFamily="18" charset="0"/>
              </a:rPr>
              <a:t>hoặc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AntikorMono-Regular"/>
              </a:rPr>
              <a:t>goto</a:t>
            </a:r>
            <a:r>
              <a:rPr lang="en-GB" sz="1800" b="0" i="0" dirty="0">
                <a:solidFill>
                  <a:srgbClr val="000000"/>
                </a:solidFill>
                <a:effectLst/>
                <a:latin typeface="Cambria" panose="02040503050406030204" pitchFamily="18" charset="0"/>
              </a:rPr>
              <a:t>.</a:t>
            </a:r>
            <a:r>
              <a:rPr lang="en-GB" dirty="0"/>
              <a:t> </a:t>
            </a:r>
            <a:br>
              <a:rPr lang="en-GB" dirty="0"/>
            </a:br>
            <a:endParaRPr lang="en-GB" dirty="0"/>
          </a:p>
        </p:txBody>
      </p:sp>
      <p:sp>
        <p:nvSpPr>
          <p:cNvPr id="5" name="TextBox 4">
            <a:extLst>
              <a:ext uri="{FF2B5EF4-FFF2-40B4-BE49-F238E27FC236}">
                <a16:creationId xmlns:a16="http://schemas.microsoft.com/office/drawing/2014/main" id="{25AF75B6-25A8-FDE3-8D77-6841B5AABD9A}"/>
              </a:ext>
            </a:extLst>
          </p:cNvPr>
          <p:cNvSpPr txBox="1"/>
          <p:nvPr/>
        </p:nvSpPr>
        <p:spPr>
          <a:xfrm>
            <a:off x="1622322" y="3302845"/>
            <a:ext cx="6096000" cy="1200329"/>
          </a:xfrm>
          <a:prstGeom prst="rect">
            <a:avLst/>
          </a:prstGeom>
          <a:noFill/>
        </p:spPr>
        <p:txBody>
          <a:bodyPr wrap="square">
            <a:spAutoFit/>
          </a:bodyPr>
          <a:lstStyle/>
          <a:p>
            <a:r>
              <a:rPr lang="en-GB" sz="1800" b="0" i="0" dirty="0" err="1">
                <a:solidFill>
                  <a:srgbClr val="000000"/>
                </a:solidFill>
                <a:effectLst/>
                <a:latin typeface="Cambria" panose="02040503050406030204" pitchFamily="18" charset="0"/>
              </a:rPr>
              <a:t>khi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gọi</a:t>
            </a:r>
            <a:r>
              <a:rPr lang="en-GB" sz="1800" b="0" i="0" dirty="0">
                <a:solidFill>
                  <a:srgbClr val="000000"/>
                </a:solidFill>
                <a:effectLst/>
                <a:latin typeface="Cambria" panose="02040503050406030204" pitchFamily="18" charset="0"/>
              </a:rPr>
              <a:t> inline function </a:t>
            </a:r>
            <a:r>
              <a:rPr lang="en-GB" sz="1800" b="0" i="0" dirty="0" err="1">
                <a:solidFill>
                  <a:srgbClr val="000000"/>
                </a:solidFill>
                <a:effectLst/>
                <a:latin typeface="Cambria" panose="02040503050406030204" pitchFamily="18" charset="0"/>
              </a:rPr>
              <a:t>thì</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thay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vì</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thực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hiện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thao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gọi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lệnh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chèn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trực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tiếp</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vị</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trí</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gọi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file assembly</a:t>
            </a:r>
            <a:r>
              <a:rPr lang="en-GB" dirty="0"/>
              <a:t> </a:t>
            </a:r>
            <a:br>
              <a:rPr lang="en-GB" dirty="0"/>
            </a:br>
            <a:endParaRPr lang="en-GB" dirty="0"/>
          </a:p>
        </p:txBody>
      </p:sp>
      <p:sp>
        <p:nvSpPr>
          <p:cNvPr id="7" name="TextBox 6">
            <a:extLst>
              <a:ext uri="{FF2B5EF4-FFF2-40B4-BE49-F238E27FC236}">
                <a16:creationId xmlns:a16="http://schemas.microsoft.com/office/drawing/2014/main" id="{ABDDEEA3-A402-C8D7-D82B-49943E2E7582}"/>
              </a:ext>
            </a:extLst>
          </p:cNvPr>
          <p:cNvSpPr txBox="1"/>
          <p:nvPr/>
        </p:nvSpPr>
        <p:spPr>
          <a:xfrm>
            <a:off x="1622322" y="4272677"/>
            <a:ext cx="6096000" cy="2585323"/>
          </a:xfrm>
          <a:prstGeom prst="rect">
            <a:avLst/>
          </a:prstGeom>
          <a:noFill/>
        </p:spPr>
        <p:txBody>
          <a:bodyPr wrap="square">
            <a:spAutoFit/>
          </a:bodyPr>
          <a:lstStyle/>
          <a:p>
            <a:r>
              <a:rPr lang="en-GB" sz="1800" b="0" i="0" dirty="0">
                <a:solidFill>
                  <a:srgbClr val="000000"/>
                </a:solidFill>
                <a:effectLst/>
                <a:latin typeface="Cambria" panose="02040503050406030204" pitchFamily="18" charset="0"/>
              </a:rPr>
              <a:t>Khi </a:t>
            </a:r>
            <a:r>
              <a:rPr lang="en-GB" sz="1800" b="0" i="0" dirty="0" err="1">
                <a:solidFill>
                  <a:srgbClr val="000000"/>
                </a:solidFill>
                <a:effectLst/>
                <a:latin typeface="Cambria" panose="02040503050406030204" pitchFamily="18" charset="0"/>
              </a:rPr>
              <a:t>gọi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không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từ</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khóa</a:t>
            </a:r>
            <a:r>
              <a:rPr lang="en-GB" sz="1800" b="0" i="0" dirty="0">
                <a:solidFill>
                  <a:srgbClr val="000000"/>
                </a:solidFill>
                <a:effectLst/>
                <a:latin typeface="Cambria" panose="02040503050406030204" pitchFamily="18" charset="0"/>
              </a:rPr>
              <a:t> inline, </a:t>
            </a:r>
            <a:r>
              <a:rPr lang="en-GB" sz="1800" b="0" i="0" dirty="0" err="1">
                <a:solidFill>
                  <a:srgbClr val="000000"/>
                </a:solidFill>
                <a:effectLst/>
                <a:latin typeface="Cambria" panose="02040503050406030204" pitchFamily="18" charset="0"/>
              </a:rPr>
              <a:t>hệ</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thống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thực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hiện</a:t>
            </a:r>
            <a:r>
              <a:rPr lang="en-GB" sz="1800" b="0" i="0" dirty="0">
                <a:solidFill>
                  <a:srgbClr val="000000"/>
                </a:solidFill>
                <a:effectLst/>
                <a:latin typeface="Cambria" panose="02040503050406030204" pitchFamily="18" charset="0"/>
              </a:rPr>
              <a:t> push </a:t>
            </a:r>
            <a:r>
              <a:rPr lang="en-GB" sz="1800" b="0" i="0" dirty="0" err="1">
                <a:solidFill>
                  <a:srgbClr val="000000"/>
                </a:solidFill>
                <a:effectLst/>
                <a:latin typeface="Cambria" panose="02040503050406030204" pitchFamily="18" charset="0"/>
              </a:rPr>
              <a:t>một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đoạn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prolog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stack, </a:t>
            </a:r>
            <a:r>
              <a:rPr lang="en-GB" sz="1800" b="0" i="0" dirty="0" err="1">
                <a:solidFill>
                  <a:srgbClr val="000000"/>
                </a:solidFill>
                <a:effectLst/>
                <a:latin typeface="Cambria" panose="02040503050406030204" pitchFamily="18" charset="0"/>
              </a:rPr>
              <a:t>sau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thực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hiện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stack, </a:t>
            </a:r>
            <a:r>
              <a:rPr lang="en-GB" sz="1800" b="0" i="0" dirty="0" err="1">
                <a:solidFill>
                  <a:srgbClr val="000000"/>
                </a:solidFill>
                <a:effectLst/>
                <a:latin typeface="Cambria" panose="02040503050406030204" pitchFamily="18" charset="0"/>
              </a:rPr>
              <a:t>trước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thoát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khỏi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thì</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hệ</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thống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thực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hiện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thêm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đoạn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epilog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stack. </a:t>
            </a:r>
            <a:r>
              <a:rPr lang="en-GB" sz="1800" b="0" i="0" dirty="0" err="1">
                <a:solidFill>
                  <a:srgbClr val="000000"/>
                </a:solidFill>
                <a:effectLst/>
                <a:latin typeface="Cambria" panose="02040503050406030204" pitchFamily="18" charset="0"/>
              </a:rPr>
              <a:t>Với</a:t>
            </a:r>
            <a:r>
              <a:rPr lang="en-GB" sz="1800" b="0" i="0" dirty="0">
                <a:solidFill>
                  <a:srgbClr val="000000"/>
                </a:solidFill>
                <a:effectLst/>
                <a:latin typeface="Cambria" panose="02040503050406030204" pitchFamily="18" charset="0"/>
              </a:rPr>
              <a:t> inline function, </a:t>
            </a:r>
            <a:r>
              <a:rPr lang="en-GB" sz="1800" b="0" i="0" dirty="0" err="1">
                <a:solidFill>
                  <a:srgbClr val="000000"/>
                </a:solidFill>
                <a:effectLst/>
                <a:latin typeface="Cambria" panose="02040503050406030204" pitchFamily="18" charset="0"/>
              </a:rPr>
              <a:t>quá</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gọi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prolog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epilog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bỏ</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giúp</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quá</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vận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hành</a:t>
            </a:r>
            <a:r>
              <a:rPr lang="en-GB" sz="1800" b="0" i="0" dirty="0">
                <a:solidFill>
                  <a:srgbClr val="000000"/>
                </a:solidFill>
                <a:effectLst/>
                <a:latin typeface="Cambria" panose="02040503050406030204" pitchFamily="18" charset="0"/>
              </a:rPr>
              <a:t> code </a:t>
            </a:r>
            <a:r>
              <a:rPr lang="en-GB" sz="1800" b="0" i="0" dirty="0" err="1">
                <a:solidFill>
                  <a:srgbClr val="000000"/>
                </a:solidFill>
                <a:effectLst/>
                <a:latin typeface="Cambria" panose="02040503050406030204" pitchFamily="18" charset="0"/>
              </a:rPr>
              <a:t>nhanh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hơn</a:t>
            </a:r>
            <a:r>
              <a:rPr lang="en-GB" sz="1800" b="0" i="0" dirty="0">
                <a:solidFill>
                  <a:srgbClr val="000000"/>
                </a:solidFill>
                <a:effectLst/>
                <a:latin typeface="Cambria" panose="02040503050406030204" pitchFamily="18" charset="0"/>
              </a:rPr>
              <a:t>. Tuy </a:t>
            </a:r>
            <a:r>
              <a:rPr lang="en-GB" sz="1800" b="0" i="0" dirty="0" err="1">
                <a:solidFill>
                  <a:srgbClr val="000000"/>
                </a:solidFill>
                <a:effectLst/>
                <a:latin typeface="Cambria" panose="02040503050406030204" pitchFamily="18" charset="0"/>
              </a:rPr>
              <a:t>nhiên</a:t>
            </a:r>
            <a:r>
              <a:rPr lang="en-GB" sz="1800" b="0" i="0" dirty="0">
                <a:solidFill>
                  <a:srgbClr val="000000"/>
                </a:solidFill>
                <a:effectLst/>
                <a:latin typeface="Cambria" panose="02040503050406030204" pitchFamily="18" charset="0"/>
              </a:rPr>
              <a:t> file code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load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máy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dung </a:t>
            </a:r>
            <a:r>
              <a:rPr lang="en-GB" sz="1800" b="0" i="0" dirty="0" err="1">
                <a:solidFill>
                  <a:srgbClr val="000000"/>
                </a:solidFill>
                <a:effectLst/>
                <a:latin typeface="Cambria" panose="02040503050406030204" pitchFamily="18" charset="0"/>
              </a:rPr>
              <a:t>lượng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lớn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hơn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nếu</a:t>
            </a:r>
            <a:r>
              <a:rPr lang="en-GB" sz="1800" b="0" i="0" dirty="0">
                <a:solidFill>
                  <a:srgbClr val="000000"/>
                </a:solidFill>
                <a:effectLst/>
                <a:latin typeface="Cambria" panose="02040503050406030204" pitchFamily="18" charset="0"/>
              </a:rPr>
              <a:t> inline function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gọi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nhiều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lần</a:t>
            </a:r>
            <a:r>
              <a:rPr lang="en-GB" dirty="0"/>
              <a:t> </a:t>
            </a:r>
            <a:br>
              <a:rPr lang="en-GB" dirty="0"/>
            </a:br>
            <a:endParaRPr lang="en-GB" dirty="0"/>
          </a:p>
        </p:txBody>
      </p:sp>
    </p:spTree>
    <p:extLst>
      <p:ext uri="{BB962C8B-B14F-4D97-AF65-F5344CB8AC3E}">
        <p14:creationId xmlns:p14="http://schemas.microsoft.com/office/powerpoint/2010/main" val="4847608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776A389-DB96-1536-7B09-81CA6D91F1FE}"/>
              </a:ext>
            </a:extLst>
          </p:cNvPr>
          <p:cNvSpPr txBox="1"/>
          <p:nvPr/>
        </p:nvSpPr>
        <p:spPr>
          <a:xfrm>
            <a:off x="1347020" y="725495"/>
            <a:ext cx="6096000" cy="4524315"/>
          </a:xfrm>
          <a:prstGeom prst="rect">
            <a:avLst/>
          </a:prstGeom>
          <a:noFill/>
        </p:spPr>
        <p:txBody>
          <a:bodyPr wrap="square">
            <a:spAutoFit/>
          </a:bodyPr>
          <a:lstStyle/>
          <a:p>
            <a:pPr>
              <a:buNone/>
            </a:pPr>
            <a:r>
              <a:rPr lang="en-GB" dirty="0"/>
              <a:t>Object-like Macros: </a:t>
            </a:r>
            <a:r>
              <a:rPr lang="en-GB" dirty="0" err="1"/>
              <a:t>một</a:t>
            </a:r>
            <a:r>
              <a:rPr lang="en-GB" dirty="0"/>
              <a:t> </a:t>
            </a:r>
            <a:r>
              <a:rPr lang="en-GB" dirty="0" err="1"/>
              <a:t>mã</a:t>
            </a:r>
            <a:r>
              <a:rPr lang="en-GB" dirty="0"/>
              <a:t> </a:t>
            </a:r>
            <a:r>
              <a:rPr lang="en-GB" dirty="0" err="1"/>
              <a:t>định</a:t>
            </a:r>
            <a:r>
              <a:rPr lang="en-GB" dirty="0"/>
              <a:t> </a:t>
            </a:r>
            <a:r>
              <a:rPr lang="en-GB" dirty="0" err="1"/>
              <a:t>danh</a:t>
            </a:r>
            <a:r>
              <a:rPr lang="en-GB" dirty="0"/>
              <a:t> (identifier) </a:t>
            </a:r>
            <a:r>
              <a:rPr lang="en-GB" dirty="0" err="1"/>
              <a:t>đơn</a:t>
            </a:r>
            <a:r>
              <a:rPr lang="en-GB" dirty="0"/>
              <a:t> </a:t>
            </a:r>
            <a:r>
              <a:rPr lang="en-GB" dirty="0" err="1"/>
              <a:t>giản</a:t>
            </a:r>
            <a:r>
              <a:rPr lang="en-GB" dirty="0"/>
              <a:t> </a:t>
            </a:r>
            <a:r>
              <a:rPr lang="en-GB" dirty="0" err="1"/>
              <a:t>sẽ</a:t>
            </a:r>
            <a:r>
              <a:rPr lang="en-GB" dirty="0"/>
              <a:t> </a:t>
            </a:r>
            <a:r>
              <a:rPr lang="en-GB" dirty="0" err="1"/>
              <a:t>được</a:t>
            </a:r>
            <a:r>
              <a:rPr lang="en-GB" dirty="0"/>
              <a:t> </a:t>
            </a:r>
            <a:r>
              <a:rPr lang="en-GB" dirty="0" err="1"/>
              <a:t>thay</a:t>
            </a:r>
            <a:r>
              <a:rPr lang="en-GB" dirty="0"/>
              <a:t> </a:t>
            </a:r>
            <a:r>
              <a:rPr lang="en-GB" dirty="0" err="1"/>
              <a:t>thế</a:t>
            </a:r>
            <a:r>
              <a:rPr lang="en-GB" dirty="0"/>
              <a:t> </a:t>
            </a:r>
            <a:r>
              <a:rPr lang="en-GB" dirty="0" err="1"/>
              <a:t>bằng</a:t>
            </a:r>
            <a:r>
              <a:rPr lang="en-GB" dirty="0"/>
              <a:t> </a:t>
            </a:r>
            <a:r>
              <a:rPr lang="en-GB" dirty="0" err="1"/>
              <a:t>một</a:t>
            </a:r>
            <a:r>
              <a:rPr lang="en-GB" dirty="0"/>
              <a:t> </a:t>
            </a:r>
            <a:r>
              <a:rPr lang="en-GB" dirty="0" err="1"/>
              <a:t>đoạn</a:t>
            </a:r>
            <a:r>
              <a:rPr lang="en-GB" dirty="0"/>
              <a:t> code. </a:t>
            </a:r>
            <a:br>
              <a:rPr lang="en-GB" dirty="0"/>
            </a:br>
            <a:endParaRPr lang="en-GB" sz="1800" b="0" i="0" dirty="0">
              <a:solidFill>
                <a:srgbClr val="000000"/>
              </a:solidFill>
              <a:effectLst/>
              <a:latin typeface="Cambria" panose="02040503050406030204" pitchFamily="18" charset="0"/>
            </a:endParaRPr>
          </a:p>
          <a:p>
            <a:pPr>
              <a:buNone/>
            </a:pPr>
            <a:r>
              <a:rPr lang="en-GB" sz="1800" b="0" i="0" dirty="0">
                <a:solidFill>
                  <a:srgbClr val="000000"/>
                </a:solidFill>
                <a:effectLst/>
                <a:latin typeface="Cambria" panose="02040503050406030204" pitchFamily="18" charset="0"/>
              </a:rPr>
              <a:t>Ta </a:t>
            </a:r>
            <a:r>
              <a:rPr lang="en-GB" sz="1800" b="0" i="0" dirty="0" err="1">
                <a:solidFill>
                  <a:srgbClr val="000000"/>
                </a:solidFill>
                <a:effectLst/>
                <a:latin typeface="Cambria" panose="02040503050406030204" pitchFamily="18" charset="0"/>
              </a:rPr>
              <a:t>sử</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dụng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chỉ</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thị</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#define </a:t>
            </a:r>
            <a:r>
              <a:rPr lang="en-GB" sz="1800" b="0" i="0" dirty="0" err="1">
                <a:solidFill>
                  <a:srgbClr val="000000"/>
                </a:solidFill>
                <a:effectLst/>
                <a:latin typeface="Cambria" panose="02040503050406030204" pitchFamily="18" charset="0"/>
              </a:rPr>
              <a:t>để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tạo</a:t>
            </a:r>
            <a:r>
              <a:rPr lang="en-GB" sz="1800" b="0" i="0" dirty="0">
                <a:solidFill>
                  <a:srgbClr val="000000"/>
                </a:solidFill>
                <a:effectLst/>
                <a:latin typeface="Cambria" panose="02040503050406030204" pitchFamily="18" charset="0"/>
              </a:rPr>
              <a:t> macro:</a:t>
            </a:r>
          </a:p>
          <a:p>
            <a:pPr>
              <a:buNone/>
            </a:pPr>
            <a:r>
              <a:rPr lang="en-GB" sz="1800" b="1" i="0" dirty="0">
                <a:solidFill>
                  <a:srgbClr val="0070C0"/>
                </a:solidFill>
                <a:effectLst/>
                <a:latin typeface="AntikorMono-Bold"/>
              </a:rPr>
              <a:t>#define </a:t>
            </a:r>
            <a:r>
              <a:rPr lang="en-GB" sz="1800" b="1" i="0" dirty="0">
                <a:solidFill>
                  <a:srgbClr val="C00000"/>
                </a:solidFill>
                <a:effectLst/>
                <a:latin typeface="AntikorMono-Bold"/>
              </a:rPr>
              <a:t>[NAME_MACRO] </a:t>
            </a:r>
            <a:r>
              <a:rPr lang="en-GB" sz="1800" b="0" i="0" dirty="0">
                <a:solidFill>
                  <a:srgbClr val="000000"/>
                </a:solidFill>
                <a:effectLst/>
                <a:latin typeface="AntikorMono-Regular"/>
              </a:rPr>
              <a:t>[</a:t>
            </a:r>
            <a:r>
              <a:rPr lang="en-GB" sz="1800" b="0" i="0" dirty="0" err="1">
                <a:solidFill>
                  <a:srgbClr val="000000"/>
                </a:solidFill>
                <a:effectLst/>
                <a:latin typeface="AntikorMono-Regular"/>
              </a:rPr>
              <a:t>replacement_code</a:t>
            </a:r>
            <a:r>
              <a:rPr lang="en-GB" sz="1800" b="0" i="0" dirty="0">
                <a:solidFill>
                  <a:srgbClr val="000000"/>
                </a:solidFill>
                <a:effectLst/>
                <a:latin typeface="AntikorMono-Regular"/>
              </a:rPr>
              <a:t>]</a:t>
            </a:r>
          </a:p>
          <a:p>
            <a:pPr>
              <a:buNone/>
            </a:pPr>
            <a:r>
              <a:rPr lang="en-GB" sz="1800" b="0" i="0" dirty="0">
                <a:solidFill>
                  <a:srgbClr val="000000"/>
                </a:solidFill>
                <a:effectLst/>
                <a:latin typeface="Cambria" panose="02040503050406030204" pitchFamily="18" charset="0"/>
              </a:rPr>
              <a:t>Ở preprocessing, </a:t>
            </a:r>
            <a:r>
              <a:rPr lang="en-GB" sz="1800" b="0" i="0" dirty="0" err="1">
                <a:solidFill>
                  <a:srgbClr val="000000"/>
                </a:solidFill>
                <a:effectLst/>
                <a:latin typeface="Cambria" panose="02040503050406030204" pitchFamily="18" charset="0"/>
              </a:rPr>
              <a:t>tất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cả</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1" i="0" dirty="0">
                <a:solidFill>
                  <a:srgbClr val="C00000"/>
                </a:solidFill>
                <a:effectLst/>
                <a:latin typeface="AntikorMono-Bold"/>
              </a:rPr>
              <a:t>[NAME_MACRO] </a:t>
            </a:r>
            <a:r>
              <a:rPr lang="en-GB" sz="1800" b="0" i="0" dirty="0" err="1">
                <a:solidFill>
                  <a:srgbClr val="000000"/>
                </a:solidFill>
                <a:effectLst/>
                <a:latin typeface="AntikorMono-Regular"/>
              </a:rPr>
              <a:t>s</a:t>
            </a:r>
            <a:r>
              <a:rPr lang="en-GB" sz="1800" b="0" i="0" dirty="0" err="1">
                <a:solidFill>
                  <a:srgbClr val="000000"/>
                </a:solidFill>
                <a:effectLst/>
                <a:latin typeface="Cambria" panose="02040503050406030204" pitchFamily="18" charset="0"/>
              </a:rPr>
              <a:t>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thay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thế</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bằng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phần</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a:t>
            </a:r>
            <a:r>
              <a:rPr lang="en-GB" sz="1800" b="0" i="0" dirty="0" err="1">
                <a:solidFill>
                  <a:srgbClr val="000000"/>
                </a:solidFill>
                <a:effectLst/>
                <a:latin typeface="AntikorMono-Regular"/>
              </a:rPr>
              <a:t>replacement_code</a:t>
            </a:r>
            <a:r>
              <a:rPr lang="en-GB" sz="1800" b="0" i="0" dirty="0">
                <a:solidFill>
                  <a:srgbClr val="000000"/>
                </a:solidFill>
                <a:effectLst/>
                <a:latin typeface="AntikorMono-Regular"/>
              </a:rPr>
              <a:t>].</a:t>
            </a:r>
          </a:p>
          <a:p>
            <a:pPr>
              <a:buNone/>
            </a:pPr>
            <a:r>
              <a:rPr lang="en-GB" sz="1800" b="0" i="1" dirty="0" err="1">
                <a:solidFill>
                  <a:srgbClr val="000000"/>
                </a:solidFill>
                <a:effectLst/>
                <a:latin typeface="Cambria-Italic"/>
              </a:rPr>
              <a:t>Ví</a:t>
            </a:r>
            <a:r>
              <a:rPr lang="en-GB" sz="1800" b="0" i="1" dirty="0">
                <a:solidFill>
                  <a:srgbClr val="000000"/>
                </a:solidFill>
                <a:effectLst/>
                <a:latin typeface="Cambria-Italic"/>
              </a:rPr>
              <a:t> </a:t>
            </a:r>
            <a:r>
              <a:rPr lang="en-GB" sz="1800" b="0" i="1" dirty="0" err="1">
                <a:solidFill>
                  <a:srgbClr val="000000"/>
                </a:solidFill>
                <a:effectLst/>
                <a:latin typeface="Cambria-Italic"/>
              </a:rPr>
              <a:t>dụ</a:t>
            </a:r>
            <a:r>
              <a:rPr lang="en-GB" sz="1800" b="0" i="1" dirty="0">
                <a:solidFill>
                  <a:srgbClr val="000000"/>
                </a:solidFill>
                <a:effectLst/>
                <a:latin typeface="Cambria-Italic"/>
              </a:rPr>
              <a:t>: </a:t>
            </a:r>
            <a:r>
              <a:rPr lang="en-GB" sz="1800" b="1" i="0" dirty="0">
                <a:solidFill>
                  <a:srgbClr val="0070C0"/>
                </a:solidFill>
                <a:effectLst/>
                <a:latin typeface="AntikorMono-Bold"/>
              </a:rPr>
              <a:t>#define </a:t>
            </a:r>
            <a:r>
              <a:rPr lang="en-GB" sz="1800" b="1" i="0" dirty="0">
                <a:solidFill>
                  <a:srgbClr val="C00000"/>
                </a:solidFill>
                <a:effectLst/>
                <a:latin typeface="AntikorMono-Bold"/>
              </a:rPr>
              <a:t>BUFFER_SIZE </a:t>
            </a:r>
            <a:r>
              <a:rPr lang="en-GB" sz="1800" b="0" i="0" dirty="0">
                <a:solidFill>
                  <a:srgbClr val="000000"/>
                </a:solidFill>
                <a:effectLst/>
                <a:latin typeface="AntikorMono-Regular"/>
              </a:rPr>
              <a:t>1024</a:t>
            </a:r>
            <a:r>
              <a:rPr lang="en-GB" dirty="0"/>
              <a:t> </a:t>
            </a:r>
          </a:p>
          <a:p>
            <a:pPr>
              <a:buNone/>
            </a:pPr>
            <a:r>
              <a:rPr lang="en-GB" dirty="0" err="1"/>
              <a:t>có</a:t>
            </a:r>
            <a:r>
              <a:rPr lang="en-GB" dirty="0"/>
              <a:t> </a:t>
            </a:r>
            <a:r>
              <a:rPr lang="en-GB" dirty="0" err="1"/>
              <a:t>thể</a:t>
            </a:r>
            <a:r>
              <a:rPr lang="en-GB" dirty="0"/>
              <a:t> </a:t>
            </a:r>
            <a:r>
              <a:rPr lang="en-GB" dirty="0" err="1"/>
              <a:t>trải</a:t>
            </a:r>
            <a:r>
              <a:rPr lang="en-GB" dirty="0"/>
              <a:t> </a:t>
            </a:r>
            <a:r>
              <a:rPr lang="en-GB" dirty="0" err="1"/>
              <a:t>dài</a:t>
            </a:r>
            <a:r>
              <a:rPr lang="en-GB" dirty="0"/>
              <a:t> </a:t>
            </a:r>
            <a:r>
              <a:rPr lang="en-GB" dirty="0" err="1"/>
              <a:t>trên</a:t>
            </a:r>
            <a:r>
              <a:rPr lang="en-GB" dirty="0"/>
              <a:t> </a:t>
            </a:r>
            <a:r>
              <a:rPr lang="en-GB" dirty="0" err="1"/>
              <a:t>nhiều</a:t>
            </a:r>
            <a:r>
              <a:rPr lang="en-GB" dirty="0"/>
              <a:t> </a:t>
            </a:r>
            <a:r>
              <a:rPr lang="en-GB" dirty="0" err="1"/>
              <a:t>dòng</a:t>
            </a:r>
            <a:r>
              <a:rPr lang="en-GB" dirty="0"/>
              <a:t>, ở </a:t>
            </a:r>
            <a:r>
              <a:rPr lang="en-GB" dirty="0" err="1"/>
              <a:t>cuối</a:t>
            </a:r>
            <a:r>
              <a:rPr lang="en-GB" dirty="0"/>
              <a:t> </a:t>
            </a:r>
            <a:r>
              <a:rPr lang="en-GB" dirty="0" err="1"/>
              <a:t>mỗi</a:t>
            </a:r>
            <a:r>
              <a:rPr lang="en-GB" dirty="0"/>
              <a:t> </a:t>
            </a:r>
            <a:r>
              <a:rPr lang="en-GB" dirty="0" err="1"/>
              <a:t>dòng</a:t>
            </a:r>
            <a:r>
              <a:rPr lang="en-GB" dirty="0"/>
              <a:t> ta </a:t>
            </a:r>
            <a:r>
              <a:rPr lang="en-GB" dirty="0" err="1"/>
              <a:t>để</a:t>
            </a:r>
            <a:r>
              <a:rPr lang="en-GB" dirty="0"/>
              <a:t> </a:t>
            </a:r>
            <a:r>
              <a:rPr lang="en-GB" dirty="0" err="1"/>
              <a:t>thêm</a:t>
            </a:r>
            <a:r>
              <a:rPr lang="en-GB" dirty="0"/>
              <a:t> </a:t>
            </a:r>
            <a:r>
              <a:rPr lang="en-GB" dirty="0" err="1"/>
              <a:t>ký</a:t>
            </a:r>
            <a:r>
              <a:rPr lang="en-GB" dirty="0"/>
              <a:t> </a:t>
            </a:r>
            <a:r>
              <a:rPr lang="en-GB" dirty="0" err="1"/>
              <a:t>tự</a:t>
            </a:r>
            <a:r>
              <a:rPr lang="en-GB" dirty="0"/>
              <a:t> ‘\’ </a:t>
            </a:r>
            <a:r>
              <a:rPr lang="en-GB" dirty="0" err="1"/>
              <a:t>dòng</a:t>
            </a:r>
            <a:r>
              <a:rPr lang="en-GB" dirty="0"/>
              <a:t> (</a:t>
            </a:r>
            <a:r>
              <a:rPr lang="en-GB" dirty="0" err="1"/>
              <a:t>ngoại</a:t>
            </a:r>
            <a:r>
              <a:rPr lang="en-GB" dirty="0"/>
              <a:t> </a:t>
            </a:r>
            <a:r>
              <a:rPr lang="en-GB" dirty="0" err="1"/>
              <a:t>trừ</a:t>
            </a:r>
            <a:r>
              <a:rPr lang="en-GB" dirty="0"/>
              <a:t> </a:t>
            </a:r>
            <a:r>
              <a:rPr lang="en-GB" dirty="0" err="1"/>
              <a:t>dòng</a:t>
            </a:r>
            <a:r>
              <a:rPr lang="en-GB" dirty="0"/>
              <a:t> </a:t>
            </a:r>
            <a:r>
              <a:rPr lang="en-GB" dirty="0" err="1"/>
              <a:t>cuối</a:t>
            </a:r>
            <a:r>
              <a:rPr lang="en-GB" dirty="0"/>
              <a:t> </a:t>
            </a:r>
            <a:r>
              <a:rPr lang="en-GB" dirty="0" err="1"/>
              <a:t>cùng</a:t>
            </a:r>
            <a:r>
              <a:rPr lang="en-GB" dirty="0"/>
              <a:t>). </a:t>
            </a:r>
            <a:br>
              <a:rPr lang="en-GB" dirty="0"/>
            </a:br>
            <a:br>
              <a:rPr lang="en-GB" dirty="0"/>
            </a:br>
            <a:r>
              <a:rPr lang="en-GB" dirty="0"/>
              <a:t>Function-like Macros </a:t>
            </a:r>
            <a:br>
              <a:rPr lang="en-GB" dirty="0"/>
            </a:br>
            <a:r>
              <a:rPr lang="en-GB" dirty="0" err="1"/>
              <a:t>là</a:t>
            </a:r>
            <a:r>
              <a:rPr lang="en-GB" dirty="0"/>
              <a:t> </a:t>
            </a:r>
            <a:r>
              <a:rPr lang="en-GB" dirty="0" err="1"/>
              <a:t>các</a:t>
            </a:r>
            <a:r>
              <a:rPr lang="en-GB" dirty="0"/>
              <a:t> macros </a:t>
            </a:r>
            <a:r>
              <a:rPr lang="en-GB" dirty="0" err="1"/>
              <a:t>thực</a:t>
            </a:r>
            <a:r>
              <a:rPr lang="en-GB" dirty="0"/>
              <a:t> </a:t>
            </a:r>
            <a:r>
              <a:rPr lang="en-GB" dirty="0" err="1"/>
              <a:t>hiện</a:t>
            </a:r>
            <a:r>
              <a:rPr lang="en-GB" dirty="0"/>
              <a:t> </a:t>
            </a:r>
            <a:r>
              <a:rPr lang="en-GB" dirty="0" err="1"/>
              <a:t>chức</a:t>
            </a:r>
            <a:r>
              <a:rPr lang="en-GB" dirty="0"/>
              <a:t> </a:t>
            </a:r>
            <a:r>
              <a:rPr lang="en-GB" dirty="0" err="1"/>
              <a:t>năng</a:t>
            </a:r>
            <a:r>
              <a:rPr lang="en-GB" dirty="0"/>
              <a:t> </a:t>
            </a:r>
            <a:r>
              <a:rPr lang="en-GB" dirty="0" err="1"/>
              <a:t>giống</a:t>
            </a:r>
            <a:r>
              <a:rPr lang="en-GB" dirty="0"/>
              <a:t> </a:t>
            </a:r>
            <a:r>
              <a:rPr lang="en-GB" dirty="0" err="1"/>
              <a:t>như</a:t>
            </a:r>
            <a:r>
              <a:rPr lang="en-GB" dirty="0"/>
              <a:t> </a:t>
            </a:r>
            <a:r>
              <a:rPr lang="en-GB" dirty="0" err="1"/>
              <a:t>việc</a:t>
            </a:r>
            <a:r>
              <a:rPr lang="en-GB" dirty="0"/>
              <a:t> </a:t>
            </a:r>
            <a:r>
              <a:rPr lang="en-GB" dirty="0" err="1"/>
              <a:t>gọi</a:t>
            </a:r>
            <a:r>
              <a:rPr lang="en-GB" dirty="0"/>
              <a:t> </a:t>
            </a:r>
            <a:r>
              <a:rPr lang="en-GB" dirty="0" err="1"/>
              <a:t>hàm</a:t>
            </a:r>
            <a:r>
              <a:rPr lang="en-GB" dirty="0"/>
              <a:t>. </a:t>
            </a:r>
            <a:r>
              <a:rPr lang="en-GB" dirty="0" err="1"/>
              <a:t>Để</a:t>
            </a:r>
            <a:r>
              <a:rPr lang="en-GB" dirty="0"/>
              <a:t> </a:t>
            </a:r>
            <a:r>
              <a:rPr lang="en-GB" dirty="0" err="1"/>
              <a:t>khởi</a:t>
            </a:r>
            <a:r>
              <a:rPr lang="en-GB" dirty="0"/>
              <a:t> </a:t>
            </a:r>
            <a:r>
              <a:rPr lang="en-GB" dirty="0" err="1"/>
              <a:t>tạo</a:t>
            </a:r>
            <a:r>
              <a:rPr lang="en-GB" dirty="0"/>
              <a:t> </a:t>
            </a:r>
            <a:r>
              <a:rPr lang="en-GB" dirty="0" err="1"/>
              <a:t>một</a:t>
            </a:r>
            <a:r>
              <a:rPr lang="en-GB" dirty="0"/>
              <a:t> function-like macros, ta </a:t>
            </a:r>
            <a:r>
              <a:rPr lang="en-GB" dirty="0" err="1"/>
              <a:t>sử</a:t>
            </a:r>
            <a:r>
              <a:rPr lang="en-GB" dirty="0"/>
              <a:t> </a:t>
            </a:r>
            <a:r>
              <a:rPr lang="en-GB" dirty="0" err="1"/>
              <a:t>dụng</a:t>
            </a:r>
            <a:r>
              <a:rPr lang="en-GB" dirty="0"/>
              <a:t> </a:t>
            </a:r>
            <a:r>
              <a:rPr lang="en-GB" dirty="0" err="1"/>
              <a:t>chỉ</a:t>
            </a:r>
            <a:r>
              <a:rPr lang="en-GB" dirty="0"/>
              <a:t> </a:t>
            </a:r>
            <a:r>
              <a:rPr lang="en-GB" dirty="0" err="1"/>
              <a:t>thị</a:t>
            </a:r>
            <a:r>
              <a:rPr lang="en-GB" dirty="0"/>
              <a:t> #define </a:t>
            </a:r>
            <a:r>
              <a:rPr lang="en-GB" dirty="0" err="1"/>
              <a:t>và</a:t>
            </a:r>
            <a:r>
              <a:rPr lang="en-GB" dirty="0"/>
              <a:t> </a:t>
            </a:r>
            <a:r>
              <a:rPr lang="en-GB" dirty="0" err="1"/>
              <a:t>phần</a:t>
            </a:r>
            <a:r>
              <a:rPr lang="en-GB" dirty="0"/>
              <a:t> </a:t>
            </a:r>
            <a:r>
              <a:rPr lang="en-GB" dirty="0" err="1"/>
              <a:t>tên</a:t>
            </a:r>
            <a:r>
              <a:rPr lang="en-GB" dirty="0"/>
              <a:t> </a:t>
            </a:r>
            <a:r>
              <a:rPr lang="en-GB" dirty="0" err="1"/>
              <a:t>có</a:t>
            </a:r>
            <a:r>
              <a:rPr lang="en-GB" dirty="0"/>
              <a:t> </a:t>
            </a:r>
            <a:r>
              <a:rPr lang="en-GB" dirty="0" err="1"/>
              <a:t>thêm</a:t>
            </a:r>
            <a:r>
              <a:rPr lang="en-GB" dirty="0"/>
              <a:t> </a:t>
            </a:r>
            <a:r>
              <a:rPr lang="en-GB" dirty="0" err="1"/>
              <a:t>cặp</a:t>
            </a:r>
            <a:r>
              <a:rPr lang="en-GB" dirty="0"/>
              <a:t> </a:t>
            </a:r>
            <a:r>
              <a:rPr lang="en-GB" dirty="0" err="1"/>
              <a:t>dấu</a:t>
            </a:r>
            <a:r>
              <a:rPr lang="en-GB" dirty="0"/>
              <a:t> </a:t>
            </a:r>
            <a:r>
              <a:rPr lang="en-GB" dirty="0" err="1"/>
              <a:t>ngoặc</a:t>
            </a:r>
            <a:r>
              <a:rPr lang="en-GB" dirty="0"/>
              <a:t> </a:t>
            </a:r>
            <a:r>
              <a:rPr lang="en-GB" dirty="0" err="1"/>
              <a:t>đơn</a:t>
            </a:r>
            <a:r>
              <a:rPr lang="en-GB" dirty="0"/>
              <a:t>, </a:t>
            </a:r>
            <a:r>
              <a:rPr lang="en-GB" dirty="0" err="1"/>
              <a:t>sau</a:t>
            </a:r>
            <a:r>
              <a:rPr lang="en-GB" dirty="0"/>
              <a:t> </a:t>
            </a:r>
            <a:r>
              <a:rPr lang="en-GB" dirty="0" err="1"/>
              <a:t>đó</a:t>
            </a:r>
            <a:r>
              <a:rPr lang="en-GB" dirty="0"/>
              <a:t> </a:t>
            </a:r>
            <a:r>
              <a:rPr lang="en-GB" dirty="0" err="1"/>
              <a:t>là</a:t>
            </a:r>
            <a:r>
              <a:rPr lang="en-GB" dirty="0"/>
              <a:t> </a:t>
            </a:r>
            <a:r>
              <a:rPr lang="en-GB" dirty="0" err="1"/>
              <a:t>một</a:t>
            </a:r>
            <a:r>
              <a:rPr lang="en-GB" dirty="0"/>
              <a:t> </a:t>
            </a:r>
            <a:r>
              <a:rPr lang="en-GB" dirty="0" err="1"/>
              <a:t>hàm</a:t>
            </a:r>
            <a:r>
              <a:rPr lang="en-GB" dirty="0"/>
              <a:t>. </a:t>
            </a:r>
            <a:br>
              <a:rPr lang="en-GB" dirty="0"/>
            </a:br>
            <a:endParaRPr lang="en-GB" dirty="0"/>
          </a:p>
        </p:txBody>
      </p:sp>
      <p:sp>
        <p:nvSpPr>
          <p:cNvPr id="5" name="TextBox 4">
            <a:extLst>
              <a:ext uri="{FF2B5EF4-FFF2-40B4-BE49-F238E27FC236}">
                <a16:creationId xmlns:a16="http://schemas.microsoft.com/office/drawing/2014/main" id="{61B7B0B0-F3E9-08C1-60DF-3CF1C6307E37}"/>
              </a:ext>
            </a:extLst>
          </p:cNvPr>
          <p:cNvSpPr txBox="1"/>
          <p:nvPr/>
        </p:nvSpPr>
        <p:spPr>
          <a:xfrm>
            <a:off x="1347020" y="4934549"/>
            <a:ext cx="6096000" cy="1477328"/>
          </a:xfrm>
          <a:prstGeom prst="rect">
            <a:avLst/>
          </a:prstGeom>
          <a:noFill/>
        </p:spPr>
        <p:txBody>
          <a:bodyPr wrap="square">
            <a:spAutoFit/>
          </a:bodyPr>
          <a:lstStyle/>
          <a:p>
            <a:pPr>
              <a:buNone/>
            </a:pPr>
            <a:r>
              <a:rPr lang="en-GB" sz="1800" b="0" i="0" dirty="0">
                <a:solidFill>
                  <a:srgbClr val="000000"/>
                </a:solidFill>
                <a:effectLst/>
                <a:latin typeface="Cambria" panose="02040503050406030204" pitchFamily="18" charset="0"/>
              </a:rPr>
              <a:t>Macro Arguments</a:t>
            </a:r>
          </a:p>
          <a:p>
            <a:pPr>
              <a:buNone/>
            </a:pPr>
            <a:r>
              <a:rPr lang="en-GB" sz="1800" b="0" i="0" dirty="0">
                <a:solidFill>
                  <a:srgbClr val="000000"/>
                </a:solidFill>
                <a:effectLst/>
                <a:latin typeface="Cambria" panose="02040503050406030204" pitchFamily="18" charset="0"/>
              </a:rPr>
              <a:t>Function-like Macros </a:t>
            </a:r>
            <a:r>
              <a:rPr lang="en-GB" sz="1800" b="0" i="0" dirty="0" err="1">
                <a:solidFill>
                  <a:srgbClr val="000000"/>
                </a:solidFill>
                <a:effectLst/>
                <a:latin typeface="Cambria" panose="02040503050406030204" pitchFamily="18" charset="0"/>
              </a:rPr>
              <a:t>cũng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truyền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số</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như</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một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thường</a:t>
            </a:r>
            <a:r>
              <a:rPr lang="en-GB" sz="1800" b="0" i="0" dirty="0">
                <a:solidFill>
                  <a:srgbClr val="000000"/>
                </a:solidFill>
                <a:effectLst/>
                <a:latin typeface="Cambria" panose="02040503050406030204" pitchFamily="18" charset="0"/>
              </a:rPr>
              <a:t>. Các </a:t>
            </a:r>
            <a:r>
              <a:rPr lang="en-GB" sz="1800" b="0" i="0" dirty="0" err="1">
                <a:solidFill>
                  <a:srgbClr val="000000"/>
                </a:solidFill>
                <a:effectLst/>
                <a:latin typeface="Cambria" panose="02040503050406030204" pitchFamily="18" charset="0"/>
              </a:rPr>
              <a:t>đối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số</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này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gọi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macro arguments.</a:t>
            </a:r>
            <a:r>
              <a:rPr lang="en-GB" dirty="0"/>
              <a:t> </a:t>
            </a:r>
            <a:br>
              <a:rPr lang="en-GB" dirty="0"/>
            </a:br>
            <a:endParaRPr lang="en-GB" dirty="0"/>
          </a:p>
        </p:txBody>
      </p:sp>
      <p:sp>
        <p:nvSpPr>
          <p:cNvPr id="7" name="TextBox 6">
            <a:extLst>
              <a:ext uri="{FF2B5EF4-FFF2-40B4-BE49-F238E27FC236}">
                <a16:creationId xmlns:a16="http://schemas.microsoft.com/office/drawing/2014/main" id="{CC9EBC84-1815-096A-A0E9-ACD4C97BA943}"/>
              </a:ext>
            </a:extLst>
          </p:cNvPr>
          <p:cNvSpPr txBox="1"/>
          <p:nvPr/>
        </p:nvSpPr>
        <p:spPr>
          <a:xfrm>
            <a:off x="7315200" y="1140145"/>
            <a:ext cx="6096000" cy="1200329"/>
          </a:xfrm>
          <a:prstGeom prst="rect">
            <a:avLst/>
          </a:prstGeom>
          <a:noFill/>
        </p:spPr>
        <p:txBody>
          <a:bodyPr wrap="square">
            <a:spAutoFit/>
          </a:bodyPr>
          <a:lstStyle/>
          <a:p>
            <a:pPr>
              <a:buNone/>
            </a:pPr>
            <a:r>
              <a:rPr lang="en-GB" sz="1800" b="0" i="0" dirty="0" err="1">
                <a:solidFill>
                  <a:srgbClr val="000000"/>
                </a:solidFill>
                <a:effectLst/>
                <a:latin typeface="Cambria" panose="02040503050406030204" pitchFamily="18" charset="0"/>
              </a:rPr>
              <a:t>Stringizing</a:t>
            </a:r>
            <a:endParaRPr lang="en-GB" sz="1800" b="0" i="0" dirty="0">
              <a:solidFill>
                <a:srgbClr val="000000"/>
              </a:solidFill>
              <a:effectLst/>
              <a:latin typeface="Cambria" panose="02040503050406030204" pitchFamily="18" charset="0"/>
            </a:endParaRPr>
          </a:p>
          <a:p>
            <a:pPr>
              <a:buNone/>
            </a:pPr>
            <a:r>
              <a:rPr lang="en-GB" sz="1800" b="0" i="0" dirty="0">
                <a:solidFill>
                  <a:srgbClr val="000000"/>
                </a:solidFill>
                <a:effectLst/>
                <a:latin typeface="Cambria" panose="02040503050406030204" pitchFamily="18" charset="0"/>
              </a:rPr>
              <a:t>Các </a:t>
            </a:r>
            <a:r>
              <a:rPr lang="en-GB" sz="1800" b="0" i="0" dirty="0" err="1">
                <a:solidFill>
                  <a:srgbClr val="000000"/>
                </a:solidFill>
                <a:effectLst/>
                <a:latin typeface="Cambria" panose="02040503050406030204" pitchFamily="18" charset="0"/>
              </a:rPr>
              <a:t>thông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số</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của</a:t>
            </a:r>
            <a:r>
              <a:rPr lang="en-GB" sz="1800" b="0" i="0" dirty="0">
                <a:solidFill>
                  <a:srgbClr val="000000"/>
                </a:solidFill>
                <a:effectLst/>
                <a:latin typeface="Cambria" panose="02040503050406030204" pitchFamily="18" charset="0"/>
              </a:rPr>
              <a:t> macros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preprocessor </a:t>
            </a:r>
            <a:r>
              <a:rPr lang="en-GB" sz="1800" b="0" i="0" dirty="0" err="1">
                <a:solidFill>
                  <a:srgbClr val="000000"/>
                </a:solidFill>
                <a:effectLst/>
                <a:latin typeface="Cambria" panose="02040503050406030204" pitchFamily="18" charset="0"/>
              </a:rPr>
              <a:t>biến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chuỗi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nếu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trước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tự</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 ## macro</a:t>
            </a:r>
            <a:r>
              <a:rPr lang="en-GB" dirty="0"/>
              <a:t> </a:t>
            </a:r>
            <a:br>
              <a:rPr lang="en-GB" dirty="0"/>
            </a:br>
            <a:endParaRPr lang="en-GB" dirty="0"/>
          </a:p>
        </p:txBody>
      </p:sp>
      <p:sp>
        <p:nvSpPr>
          <p:cNvPr id="9" name="TextBox 8">
            <a:extLst>
              <a:ext uri="{FF2B5EF4-FFF2-40B4-BE49-F238E27FC236}">
                <a16:creationId xmlns:a16="http://schemas.microsoft.com/office/drawing/2014/main" id="{67FC4B27-23EC-109E-0B83-3482DD067545}"/>
              </a:ext>
            </a:extLst>
          </p:cNvPr>
          <p:cNvSpPr txBox="1"/>
          <p:nvPr/>
        </p:nvSpPr>
        <p:spPr>
          <a:xfrm>
            <a:off x="7315200" y="2376864"/>
            <a:ext cx="6705600" cy="2031325"/>
          </a:xfrm>
          <a:prstGeom prst="rect">
            <a:avLst/>
          </a:prstGeom>
          <a:noFill/>
        </p:spPr>
        <p:txBody>
          <a:bodyPr wrap="square">
            <a:spAutoFit/>
          </a:bodyPr>
          <a:lstStyle/>
          <a:p>
            <a:pPr>
              <a:buNone/>
            </a:pPr>
            <a:r>
              <a:rPr lang="en-GB" sz="1800" b="0" i="0" dirty="0">
                <a:solidFill>
                  <a:srgbClr val="000000"/>
                </a:solidFill>
                <a:effectLst/>
                <a:latin typeface="Cambria" panose="02040503050406030204" pitchFamily="18" charset="0"/>
              </a:rPr>
              <a:t>Variadic Macros</a:t>
            </a:r>
          </a:p>
          <a:p>
            <a:pPr>
              <a:buNone/>
            </a:pPr>
            <a:r>
              <a:rPr lang="en-GB" sz="1800" b="0" i="0" dirty="0" err="1">
                <a:solidFill>
                  <a:srgbClr val="000000"/>
                </a:solidFill>
                <a:effectLst/>
                <a:latin typeface="Cambria" panose="02040503050406030204" pitchFamily="18" charset="0"/>
              </a:rPr>
              <a:t>Giống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với</a:t>
            </a:r>
            <a:r>
              <a:rPr lang="en-GB" sz="1800" b="0" i="0" dirty="0">
                <a:solidFill>
                  <a:srgbClr val="000000"/>
                </a:solidFill>
                <a:effectLst/>
                <a:latin typeface="Cambria" panose="02040503050406030204" pitchFamily="18" charset="0"/>
              </a:rPr>
              <a:t> variadic function, macros-like function </a:t>
            </a:r>
            <a:r>
              <a:rPr lang="en-GB" sz="1800" b="0" i="0" dirty="0" err="1">
                <a:solidFill>
                  <a:srgbClr val="000000"/>
                </a:solidFill>
                <a:effectLst/>
                <a:latin typeface="Cambria" panose="02040503050406030204" pitchFamily="18" charset="0"/>
              </a:rPr>
              <a:t>cũng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định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nghĩa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với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số</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lượng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số</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truyền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chưa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đoán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định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Tại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phần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của</a:t>
            </a:r>
            <a:r>
              <a:rPr lang="en-GB" sz="1800" b="0" i="0" dirty="0">
                <a:solidFill>
                  <a:srgbClr val="000000"/>
                </a:solidFill>
                <a:effectLst/>
                <a:latin typeface="Cambria" panose="02040503050406030204" pitchFamily="18" charset="0"/>
              </a:rPr>
              <a:t> macros, ta </a:t>
            </a:r>
            <a:r>
              <a:rPr lang="en-GB" sz="1800" b="0" i="0" dirty="0" err="1">
                <a:solidFill>
                  <a:srgbClr val="000000"/>
                </a:solidFill>
                <a:effectLst/>
                <a:latin typeface="Cambria" panose="02040503050406030204" pitchFamily="18" charset="0"/>
              </a:rPr>
              <a:t>truyền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số</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tự</a:t>
            </a:r>
            <a:r>
              <a:rPr lang="en-GB" sz="1800" b="0" i="0" dirty="0">
                <a:solidFill>
                  <a:srgbClr val="000000"/>
                </a:solidFill>
                <a:effectLst/>
                <a:latin typeface="Cambria" panose="02040503050406030204" pitchFamily="18" charset="0"/>
              </a:rPr>
              <a:t> </a:t>
            </a:r>
            <a:r>
              <a:rPr lang="en-GB" sz="1800" b="0" i="0" dirty="0">
                <a:solidFill>
                  <a:srgbClr val="000000"/>
                </a:solidFill>
                <a:effectLst/>
                <a:latin typeface="AntikorMono-Regular"/>
              </a:rPr>
              <a:t>‘...’, </a:t>
            </a:r>
            <a:r>
              <a:rPr lang="en-GB" sz="1800" b="0" i="0" dirty="0" err="1">
                <a:solidFill>
                  <a:srgbClr val="000000"/>
                </a:solidFill>
                <a:effectLst/>
                <a:latin typeface="Cambria" panose="02040503050406030204" pitchFamily="18" charset="0"/>
              </a:rPr>
              <a:t>phần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thay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thế</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sẽ</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sử</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dụng</a:t>
            </a:r>
            <a:r>
              <a:rPr lang="en-GB" sz="1800" b="0" i="0" dirty="0">
                <a:solidFill>
                  <a:srgbClr val="000000"/>
                </a:solidFill>
                <a:effectLst/>
                <a:latin typeface="Cambria" panose="02040503050406030204" pitchFamily="18" charset="0"/>
              </a:rPr>
              <a:t> token </a:t>
            </a:r>
            <a:r>
              <a:rPr lang="en-GB" sz="1800" b="0" i="0" dirty="0">
                <a:solidFill>
                  <a:srgbClr val="000000"/>
                </a:solidFill>
                <a:effectLst/>
                <a:latin typeface="AntikorMono-Regular"/>
              </a:rPr>
              <a:t>__VA_ARGS__ </a:t>
            </a:r>
            <a:r>
              <a:rPr lang="en-GB" sz="1800" b="0" i="0" dirty="0" err="1">
                <a:solidFill>
                  <a:srgbClr val="000000"/>
                </a:solidFill>
                <a:effectLst/>
                <a:latin typeface="Cambria" panose="02040503050406030204" pitchFamily="18" charset="0"/>
              </a:rPr>
              <a:t>để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thay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thế</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số</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đã</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truyền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a:t>
            </a:r>
            <a:r>
              <a:rPr lang="en-GB" dirty="0"/>
              <a:t> </a:t>
            </a:r>
            <a:br>
              <a:rPr lang="en-GB" dirty="0"/>
            </a:br>
            <a:endParaRPr lang="en-GB" dirty="0"/>
          </a:p>
        </p:txBody>
      </p:sp>
    </p:spTree>
    <p:extLst>
      <p:ext uri="{BB962C8B-B14F-4D97-AF65-F5344CB8AC3E}">
        <p14:creationId xmlns:p14="http://schemas.microsoft.com/office/powerpoint/2010/main" val="36508654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BC56961-585F-4C8A-3128-5C56036A5950}"/>
              </a:ext>
            </a:extLst>
          </p:cNvPr>
          <p:cNvSpPr txBox="1"/>
          <p:nvPr/>
        </p:nvSpPr>
        <p:spPr>
          <a:xfrm>
            <a:off x="2861187" y="423744"/>
            <a:ext cx="6096000" cy="3970318"/>
          </a:xfrm>
          <a:prstGeom prst="rect">
            <a:avLst/>
          </a:prstGeom>
          <a:noFill/>
        </p:spPr>
        <p:txBody>
          <a:bodyPr wrap="square">
            <a:spAutoFit/>
          </a:bodyPr>
          <a:lstStyle/>
          <a:p>
            <a:pPr>
              <a:buNone/>
            </a:pPr>
            <a:r>
              <a:rPr lang="en-GB" sz="1800" b="0" i="0" dirty="0">
                <a:solidFill>
                  <a:srgbClr val="000000"/>
                </a:solidFill>
                <a:effectLst/>
                <a:latin typeface="Cambria" panose="02040503050406030204" pitchFamily="18" charset="0"/>
              </a:rPr>
              <a:t>3.2.1. Compiler </a:t>
            </a:r>
            <a:r>
              <a:rPr lang="en-GB" sz="1800" b="0" i="0" dirty="0" err="1">
                <a:solidFill>
                  <a:srgbClr val="000000"/>
                </a:solidFill>
                <a:effectLst/>
                <a:latin typeface="Cambria" panose="02040503050406030204" pitchFamily="18" charset="0"/>
              </a:rPr>
              <a:t>và</a:t>
            </a:r>
            <a:r>
              <a:rPr lang="en-GB" sz="1800" b="0" i="0" dirty="0">
                <a:solidFill>
                  <a:srgbClr val="000000"/>
                </a:solidFill>
                <a:effectLst/>
                <a:latin typeface="Cambria" panose="02040503050406030204" pitchFamily="18" charset="0"/>
              </a:rPr>
              <a:t> Cross-compiler</a:t>
            </a:r>
          </a:p>
          <a:p>
            <a:pPr>
              <a:buNone/>
            </a:pP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công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cụ</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chuyển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đổi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ngôn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ngữ</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lập</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của</a:t>
            </a:r>
            <a:r>
              <a:rPr lang="en-GB" sz="1800" b="0" i="0" dirty="0">
                <a:solidFill>
                  <a:srgbClr val="000000"/>
                </a:solidFill>
                <a:effectLst/>
                <a:latin typeface="Cambria" panose="02040503050406030204" pitchFamily="18" charset="0"/>
              </a:rPr>
              <a:t> con </a:t>
            </a:r>
            <a:r>
              <a:rPr lang="en-GB" sz="1800" b="0" i="0" dirty="0" err="1">
                <a:solidFill>
                  <a:srgbClr val="000000"/>
                </a:solidFill>
                <a:effectLst/>
                <a:latin typeface="Cambria" panose="02040503050406030204" pitchFamily="18" charset="0"/>
              </a:rPr>
              <a:t>người</a:t>
            </a:r>
            <a:r>
              <a:rPr lang="en-GB" sz="1800" b="0" i="0" dirty="0">
                <a:solidFill>
                  <a:srgbClr val="000000"/>
                </a:solidFill>
                <a:effectLst/>
                <a:latin typeface="Cambria" panose="02040503050406030204" pitchFamily="18" charset="0"/>
              </a:rPr>
              <a:t> (assembly, C, C++,…) </a:t>
            </a:r>
            <a:r>
              <a:rPr lang="en-GB" sz="1800" b="0" i="0" dirty="0" err="1">
                <a:solidFill>
                  <a:srgbClr val="000000"/>
                </a:solidFill>
                <a:effectLst/>
                <a:latin typeface="Cambria" panose="02040503050406030204" pitchFamily="18" charset="0"/>
              </a:rPr>
              <a:t>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ngôn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ngữ</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máy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nhị</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phân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máy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tính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vận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hành</a:t>
            </a:r>
            <a:r>
              <a:rPr lang="en-GB" sz="1800" b="0" i="0" dirty="0">
                <a:solidFill>
                  <a:srgbClr val="000000"/>
                </a:solidFill>
                <a:effectLst/>
                <a:latin typeface="Cambria" panose="02040503050406030204" pitchFamily="18" charset="0"/>
              </a:rPr>
              <a:t>.</a:t>
            </a:r>
          </a:p>
          <a:p>
            <a:pPr>
              <a:buNone/>
            </a:pPr>
            <a:r>
              <a:rPr lang="en-GB" sz="1800" b="0" i="0" dirty="0">
                <a:solidFill>
                  <a:srgbClr val="000000"/>
                </a:solidFill>
                <a:effectLst/>
                <a:latin typeface="Cambria" panose="02040503050406030204" pitchFamily="18" charset="0"/>
              </a:rPr>
              <a:t>Native compiler: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compiler </a:t>
            </a:r>
            <a:r>
              <a:rPr lang="en-GB" sz="1800" b="0" i="0" dirty="0" err="1">
                <a:solidFill>
                  <a:srgbClr val="000000"/>
                </a:solidFill>
                <a:effectLst/>
                <a:latin typeface="Cambria" panose="02040503050406030204" pitchFamily="18" charset="0"/>
              </a:rPr>
              <a:t>biên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file </a:t>
            </a:r>
            <a:r>
              <a:rPr lang="en-GB" sz="1800" b="0" i="0" dirty="0" err="1">
                <a:solidFill>
                  <a:srgbClr val="000000"/>
                </a:solidFill>
                <a:effectLst/>
                <a:latin typeface="Cambria" panose="02040503050406030204" pitchFamily="18" charset="0"/>
              </a:rPr>
              <a:t>chương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vận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chính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máy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tính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đang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dùng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 </a:t>
            </a:r>
            <a:r>
              <a:rPr lang="en-GB" sz="1800" b="0" i="1" dirty="0" err="1">
                <a:solidFill>
                  <a:srgbClr val="000000"/>
                </a:solidFill>
                <a:effectLst/>
                <a:latin typeface="Cambria-Italic"/>
              </a:rPr>
              <a:t>Ví</a:t>
            </a:r>
            <a:r>
              <a:rPr lang="en-GB" sz="1800" b="0" i="1" dirty="0">
                <a:solidFill>
                  <a:srgbClr val="000000"/>
                </a:solidFill>
                <a:effectLst/>
                <a:latin typeface="Cambria-Italic"/>
              </a:rPr>
              <a:t> </a:t>
            </a:r>
            <a:r>
              <a:rPr lang="en-GB" sz="1800" b="0" i="1" dirty="0" err="1">
                <a:solidFill>
                  <a:srgbClr val="000000"/>
                </a:solidFill>
                <a:effectLst/>
                <a:latin typeface="Cambria-Italic"/>
              </a:rPr>
              <a:t>dụ</a:t>
            </a:r>
            <a:r>
              <a:rPr lang="en-GB" sz="1800" b="0" i="1" dirty="0">
                <a:solidFill>
                  <a:srgbClr val="000000"/>
                </a:solidFill>
                <a:effectLst/>
                <a:latin typeface="Cambria-Italic"/>
              </a:rPr>
              <a:t>: </a:t>
            </a:r>
            <a:r>
              <a:rPr lang="en-GB" sz="1800" b="0" i="1" dirty="0" err="1">
                <a:solidFill>
                  <a:srgbClr val="000000"/>
                </a:solidFill>
                <a:effectLst/>
                <a:latin typeface="Cambria-Italic"/>
              </a:rPr>
              <a:t>máy</a:t>
            </a:r>
            <a:r>
              <a:rPr lang="en-GB" sz="1800" b="0" i="1" dirty="0">
                <a:solidFill>
                  <a:srgbClr val="000000"/>
                </a:solidFill>
                <a:effectLst/>
                <a:latin typeface="Cambria-Italic"/>
              </a:rPr>
              <a:t> </a:t>
            </a:r>
            <a:r>
              <a:rPr lang="en-GB" sz="1800" b="0" i="1" dirty="0" err="1">
                <a:solidFill>
                  <a:srgbClr val="000000"/>
                </a:solidFill>
                <a:effectLst/>
                <a:latin typeface="Cambria-Italic"/>
              </a:rPr>
              <a:t>tính</a:t>
            </a:r>
            <a:r>
              <a:rPr lang="en-GB" sz="1800" b="0" i="1" dirty="0">
                <a:solidFill>
                  <a:srgbClr val="000000"/>
                </a:solidFill>
                <a:effectLst/>
                <a:latin typeface="Cambria-Italic"/>
              </a:rPr>
              <a:t> Windows </a:t>
            </a:r>
            <a:r>
              <a:rPr lang="en-GB" sz="1800" b="0" i="1" dirty="0" err="1">
                <a:solidFill>
                  <a:srgbClr val="000000"/>
                </a:solidFill>
                <a:effectLst/>
                <a:latin typeface="Cambria-Italic"/>
              </a:rPr>
              <a:t>sử</a:t>
            </a:r>
            <a:r>
              <a:rPr lang="en-GB" sz="1800" b="0" i="1" dirty="0">
                <a:solidFill>
                  <a:srgbClr val="000000"/>
                </a:solidFill>
                <a:effectLst/>
                <a:latin typeface="Cambria-Italic"/>
              </a:rPr>
              <a:t> </a:t>
            </a:r>
            <a:r>
              <a:rPr lang="en-GB" sz="1800" b="0" i="1" dirty="0" err="1">
                <a:solidFill>
                  <a:srgbClr val="000000"/>
                </a:solidFill>
                <a:effectLst/>
                <a:latin typeface="Cambria-Italic"/>
              </a:rPr>
              <a:t>dụng</a:t>
            </a:r>
            <a:r>
              <a:rPr lang="en-GB" sz="1800" b="0" i="1" dirty="0">
                <a:solidFill>
                  <a:srgbClr val="000000"/>
                </a:solidFill>
                <a:effectLst/>
                <a:latin typeface="Cambria-Italic"/>
              </a:rPr>
              <a:t> </a:t>
            </a:r>
            <a:r>
              <a:rPr lang="en-GB" sz="1800" b="0" i="1" dirty="0" err="1">
                <a:solidFill>
                  <a:srgbClr val="000000"/>
                </a:solidFill>
                <a:effectLst/>
                <a:latin typeface="Cambria-Italic"/>
              </a:rPr>
              <a:t>trình</a:t>
            </a:r>
            <a:r>
              <a:rPr lang="en-GB" sz="1800" b="0" i="1" dirty="0">
                <a:solidFill>
                  <a:srgbClr val="000000"/>
                </a:solidFill>
                <a:effectLst/>
                <a:latin typeface="Cambria-Italic"/>
              </a:rPr>
              <a:t> </a:t>
            </a:r>
            <a:r>
              <a:rPr lang="en-GB" sz="1800" b="0" i="1" dirty="0" err="1">
                <a:solidFill>
                  <a:srgbClr val="000000"/>
                </a:solidFill>
                <a:effectLst/>
                <a:latin typeface="Cambria-Italic"/>
              </a:rPr>
              <a:t>biên</a:t>
            </a:r>
            <a:r>
              <a:rPr lang="en-GB" sz="1800" b="0" i="1" dirty="0">
                <a:solidFill>
                  <a:srgbClr val="000000"/>
                </a:solidFill>
                <a:effectLst/>
                <a:latin typeface="Cambria-Italic"/>
              </a:rPr>
              <a:t> </a:t>
            </a:r>
            <a:r>
              <a:rPr lang="en-GB" sz="1800" b="0" i="1" dirty="0" err="1">
                <a:solidFill>
                  <a:srgbClr val="000000"/>
                </a:solidFill>
                <a:effectLst/>
                <a:latin typeface="Cambria-Italic"/>
              </a:rPr>
              <a:t>dịch</a:t>
            </a:r>
            <a:r>
              <a:rPr lang="en-GB" sz="1800" b="0" i="1" dirty="0">
                <a:solidFill>
                  <a:srgbClr val="000000"/>
                </a:solidFill>
                <a:effectLst/>
                <a:latin typeface="Cambria-Italic"/>
              </a:rPr>
              <a:t> GCC </a:t>
            </a:r>
            <a:r>
              <a:rPr lang="en-GB" sz="1800" b="0" i="1" dirty="0" err="1">
                <a:solidFill>
                  <a:srgbClr val="000000"/>
                </a:solidFill>
                <a:effectLst/>
                <a:latin typeface="Cambria-Italic"/>
              </a:rPr>
              <a:t>để</a:t>
            </a:r>
            <a:r>
              <a:rPr lang="en-GB" sz="1800" b="0" i="1" dirty="0">
                <a:solidFill>
                  <a:srgbClr val="000000"/>
                </a:solidFill>
                <a:effectLst/>
                <a:latin typeface="Cambria-Italic"/>
              </a:rPr>
              <a:t> </a:t>
            </a:r>
            <a:r>
              <a:rPr lang="en-GB" sz="1800" b="0" i="1" dirty="0" err="1">
                <a:solidFill>
                  <a:srgbClr val="000000"/>
                </a:solidFill>
                <a:effectLst/>
                <a:latin typeface="Cambria-Italic"/>
              </a:rPr>
              <a:t>biên</a:t>
            </a:r>
            <a:r>
              <a:rPr lang="en-GB" sz="1800" b="0" i="1" dirty="0">
                <a:solidFill>
                  <a:srgbClr val="000000"/>
                </a:solidFill>
                <a:effectLst/>
                <a:latin typeface="Cambria-Italic"/>
              </a:rPr>
              <a:t> </a:t>
            </a:r>
            <a:r>
              <a:rPr lang="en-GB" sz="1800" b="0" i="1" dirty="0" err="1">
                <a:solidFill>
                  <a:srgbClr val="000000"/>
                </a:solidFill>
                <a:effectLst/>
                <a:latin typeface="Cambria-Italic"/>
              </a:rPr>
              <a:t>dịch</a:t>
            </a:r>
            <a:r>
              <a:rPr lang="en-GB" sz="1800" b="0" i="1" dirty="0">
                <a:solidFill>
                  <a:srgbClr val="000000"/>
                </a:solidFill>
                <a:effectLst/>
                <a:latin typeface="Cambria-Italic"/>
              </a:rPr>
              <a:t> </a:t>
            </a:r>
            <a:r>
              <a:rPr lang="en-GB" sz="1800" b="0" i="1" dirty="0" err="1">
                <a:solidFill>
                  <a:srgbClr val="000000"/>
                </a:solidFill>
                <a:effectLst/>
                <a:latin typeface="Cambria-Italic"/>
              </a:rPr>
              <a:t>một</a:t>
            </a:r>
            <a:r>
              <a:rPr lang="en-GB" sz="1800" b="0" i="1" dirty="0">
                <a:solidFill>
                  <a:srgbClr val="000000"/>
                </a:solidFill>
                <a:effectLst/>
                <a:latin typeface="Cambria-Italic"/>
              </a:rPr>
              <a:t> </a:t>
            </a:r>
            <a:r>
              <a:rPr lang="en-GB" sz="1800" b="0" i="1" dirty="0" err="1">
                <a:solidFill>
                  <a:srgbClr val="000000"/>
                </a:solidFill>
                <a:effectLst/>
                <a:latin typeface="Cambria-Italic"/>
              </a:rPr>
              <a:t>chương</a:t>
            </a:r>
            <a:r>
              <a:rPr lang="en-GB" sz="1800" b="0" i="1" dirty="0">
                <a:solidFill>
                  <a:srgbClr val="000000"/>
                </a:solidFill>
                <a:effectLst/>
                <a:latin typeface="Cambria-Italic"/>
              </a:rPr>
              <a:t> </a:t>
            </a:r>
            <a:r>
              <a:rPr lang="en-GB" sz="1800" b="0" i="1" dirty="0" err="1">
                <a:solidFill>
                  <a:srgbClr val="000000"/>
                </a:solidFill>
                <a:effectLst/>
                <a:latin typeface="Cambria-Italic"/>
              </a:rPr>
              <a:t>trình</a:t>
            </a:r>
            <a:r>
              <a:rPr lang="en-GB" sz="1800" b="0" i="1" dirty="0">
                <a:solidFill>
                  <a:srgbClr val="000000"/>
                </a:solidFill>
                <a:effectLst/>
                <a:latin typeface="Cambria-Italic"/>
              </a:rPr>
              <a:t> </a:t>
            </a:r>
            <a:r>
              <a:rPr lang="en-GB" sz="1800" b="0" i="1" dirty="0" err="1">
                <a:solidFill>
                  <a:srgbClr val="000000"/>
                </a:solidFill>
                <a:effectLst/>
                <a:latin typeface="Cambria-Italic"/>
              </a:rPr>
              <a:t>cho</a:t>
            </a:r>
            <a:r>
              <a:rPr lang="en-GB" sz="1800" b="0" i="1" dirty="0">
                <a:solidFill>
                  <a:srgbClr val="000000"/>
                </a:solidFill>
                <a:effectLst/>
                <a:latin typeface="Cambria-Italic"/>
              </a:rPr>
              <a:t> </a:t>
            </a:r>
            <a:r>
              <a:rPr lang="en-GB" sz="1800" b="0" i="1" dirty="0" err="1">
                <a:solidFill>
                  <a:srgbClr val="000000"/>
                </a:solidFill>
                <a:effectLst/>
                <a:latin typeface="Cambria-Italic"/>
              </a:rPr>
              <a:t>chính</a:t>
            </a:r>
            <a:r>
              <a:rPr lang="en-GB" sz="1800" b="0" i="1" dirty="0">
                <a:solidFill>
                  <a:srgbClr val="000000"/>
                </a:solidFill>
                <a:effectLst/>
                <a:latin typeface="Cambria-Italic"/>
              </a:rPr>
              <a:t> </a:t>
            </a:r>
            <a:r>
              <a:rPr lang="en-GB" sz="1800" b="0" i="1" dirty="0" err="1">
                <a:solidFill>
                  <a:srgbClr val="000000"/>
                </a:solidFill>
                <a:effectLst/>
                <a:latin typeface="Cambria-Italic"/>
              </a:rPr>
              <a:t>máy</a:t>
            </a:r>
            <a:r>
              <a:rPr lang="en-GB" sz="1800" b="0" i="1" dirty="0">
                <a:solidFill>
                  <a:srgbClr val="000000"/>
                </a:solidFill>
                <a:effectLst/>
                <a:latin typeface="Cambria-Italic"/>
              </a:rPr>
              <a:t> </a:t>
            </a:r>
            <a:r>
              <a:rPr lang="en-GB" sz="1800" b="0" i="1" dirty="0" err="1">
                <a:solidFill>
                  <a:srgbClr val="000000"/>
                </a:solidFill>
                <a:effectLst/>
                <a:latin typeface="Cambria-Italic"/>
              </a:rPr>
              <a:t>tính</a:t>
            </a:r>
            <a:r>
              <a:rPr lang="en-GB" sz="1800" b="0" i="1" dirty="0">
                <a:solidFill>
                  <a:srgbClr val="000000"/>
                </a:solidFill>
                <a:effectLst/>
                <a:latin typeface="Cambria-Italic"/>
              </a:rPr>
              <a:t> Windows.</a:t>
            </a:r>
          </a:p>
          <a:p>
            <a:pPr>
              <a:buNone/>
            </a:pPr>
            <a:r>
              <a:rPr lang="en-GB" sz="1800" b="0" i="0" dirty="0">
                <a:solidFill>
                  <a:srgbClr val="000000"/>
                </a:solidFill>
                <a:effectLst/>
                <a:latin typeface="Cambria" panose="02040503050406030204" pitchFamily="18" charset="0"/>
              </a:rPr>
              <a:t>Cross-compiler: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compiler </a:t>
            </a:r>
            <a:r>
              <a:rPr lang="en-GB" sz="1800" b="0" i="0" dirty="0" err="1">
                <a:solidFill>
                  <a:srgbClr val="000000"/>
                </a:solidFill>
                <a:effectLst/>
                <a:latin typeface="Cambria" panose="02040503050406030204" pitchFamily="18" charset="0"/>
              </a:rPr>
              <a:t>biên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file </a:t>
            </a:r>
            <a:r>
              <a:rPr lang="en-GB" sz="1800" b="0" i="0" dirty="0" err="1">
                <a:solidFill>
                  <a:srgbClr val="000000"/>
                </a:solidFill>
                <a:effectLst/>
                <a:latin typeface="Cambria" panose="02040503050406030204" pitchFamily="18" charset="0"/>
              </a:rPr>
              <a:t>chương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vận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hành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nền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tảng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khác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máy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tính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đang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dùng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biên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dịch</a:t>
            </a:r>
            <a:r>
              <a:rPr lang="en-GB" sz="1800" b="0" i="0" dirty="0">
                <a:solidFill>
                  <a:srgbClr val="000000"/>
                </a:solidFill>
                <a:effectLst/>
                <a:latin typeface="Cambria" panose="02040503050406030204" pitchFamily="18" charset="0"/>
              </a:rPr>
              <a:t>. </a:t>
            </a:r>
            <a:r>
              <a:rPr lang="en-GB" sz="1800" b="0" i="1" dirty="0" err="1">
                <a:solidFill>
                  <a:srgbClr val="000000"/>
                </a:solidFill>
                <a:effectLst/>
                <a:latin typeface="Cambria-Italic"/>
              </a:rPr>
              <a:t>Ví</a:t>
            </a:r>
            <a:r>
              <a:rPr lang="en-GB" sz="1800" b="0" i="1" dirty="0">
                <a:solidFill>
                  <a:srgbClr val="000000"/>
                </a:solidFill>
                <a:effectLst/>
                <a:latin typeface="Cambria-Italic"/>
              </a:rPr>
              <a:t> </a:t>
            </a:r>
            <a:r>
              <a:rPr lang="en-GB" sz="1800" b="0" i="1" dirty="0" err="1">
                <a:solidFill>
                  <a:srgbClr val="000000"/>
                </a:solidFill>
                <a:effectLst/>
                <a:latin typeface="Cambria-Italic"/>
              </a:rPr>
              <a:t>dụ</a:t>
            </a:r>
            <a:r>
              <a:rPr lang="en-GB" sz="1800" b="0" i="1" dirty="0">
                <a:solidFill>
                  <a:srgbClr val="000000"/>
                </a:solidFill>
                <a:effectLst/>
                <a:latin typeface="Cambria-Italic"/>
              </a:rPr>
              <a:t>: </a:t>
            </a:r>
            <a:r>
              <a:rPr lang="en-GB" sz="1800" b="0" i="1" dirty="0" err="1">
                <a:solidFill>
                  <a:srgbClr val="000000"/>
                </a:solidFill>
                <a:effectLst/>
                <a:latin typeface="Cambria-Italic"/>
              </a:rPr>
              <a:t>máy</a:t>
            </a:r>
            <a:r>
              <a:rPr lang="en-GB" sz="1800" b="0" i="1" dirty="0">
                <a:solidFill>
                  <a:srgbClr val="000000"/>
                </a:solidFill>
                <a:effectLst/>
                <a:latin typeface="Cambria-Italic"/>
              </a:rPr>
              <a:t> </a:t>
            </a:r>
            <a:r>
              <a:rPr lang="en-GB" sz="1800" b="0" i="1" dirty="0" err="1">
                <a:solidFill>
                  <a:srgbClr val="000000"/>
                </a:solidFill>
                <a:effectLst/>
                <a:latin typeface="Cambria-Italic"/>
              </a:rPr>
              <a:t>tính</a:t>
            </a:r>
            <a:r>
              <a:rPr lang="en-GB" sz="1800" b="0" i="1" dirty="0">
                <a:solidFill>
                  <a:srgbClr val="000000"/>
                </a:solidFill>
                <a:effectLst/>
                <a:latin typeface="Cambria-Italic"/>
              </a:rPr>
              <a:t> Windows </a:t>
            </a:r>
            <a:r>
              <a:rPr lang="en-GB" sz="1800" b="0" i="1" dirty="0" err="1">
                <a:solidFill>
                  <a:srgbClr val="000000"/>
                </a:solidFill>
                <a:effectLst/>
                <a:latin typeface="Cambria-Italic"/>
              </a:rPr>
              <a:t>sử</a:t>
            </a:r>
            <a:r>
              <a:rPr lang="en-GB" sz="1800" b="0" i="1" dirty="0">
                <a:solidFill>
                  <a:srgbClr val="000000"/>
                </a:solidFill>
                <a:effectLst/>
                <a:latin typeface="Cambria-Italic"/>
              </a:rPr>
              <a:t> </a:t>
            </a:r>
            <a:r>
              <a:rPr lang="en-GB" sz="1800" b="0" i="1" dirty="0" err="1">
                <a:solidFill>
                  <a:srgbClr val="000000"/>
                </a:solidFill>
                <a:effectLst/>
                <a:latin typeface="Cambria-Italic"/>
              </a:rPr>
              <a:t>dụng</a:t>
            </a:r>
            <a:r>
              <a:rPr lang="en-GB" sz="1800" b="0" i="1" dirty="0">
                <a:solidFill>
                  <a:srgbClr val="000000"/>
                </a:solidFill>
                <a:effectLst/>
                <a:latin typeface="Cambria-Italic"/>
              </a:rPr>
              <a:t> </a:t>
            </a:r>
            <a:r>
              <a:rPr lang="en-GB" sz="1800" b="0" i="1" dirty="0" err="1">
                <a:solidFill>
                  <a:srgbClr val="000000"/>
                </a:solidFill>
                <a:effectLst/>
                <a:latin typeface="Cambria-Italic"/>
              </a:rPr>
              <a:t>trình</a:t>
            </a:r>
            <a:r>
              <a:rPr lang="en-GB" sz="1800" b="0" i="1" dirty="0">
                <a:solidFill>
                  <a:srgbClr val="000000"/>
                </a:solidFill>
                <a:effectLst/>
                <a:latin typeface="Cambria-Italic"/>
              </a:rPr>
              <a:t> </a:t>
            </a:r>
            <a:r>
              <a:rPr lang="en-GB" sz="1800" b="0" i="1" dirty="0" err="1">
                <a:solidFill>
                  <a:srgbClr val="000000"/>
                </a:solidFill>
                <a:effectLst/>
                <a:latin typeface="Cambria-Italic"/>
              </a:rPr>
              <a:t>biên</a:t>
            </a:r>
            <a:r>
              <a:rPr lang="en-GB" sz="1800" b="0" i="1" dirty="0">
                <a:solidFill>
                  <a:srgbClr val="000000"/>
                </a:solidFill>
                <a:effectLst/>
                <a:latin typeface="Cambria-Italic"/>
              </a:rPr>
              <a:t> </a:t>
            </a:r>
            <a:r>
              <a:rPr lang="en-GB" sz="1800" b="0" i="1" dirty="0" err="1">
                <a:solidFill>
                  <a:srgbClr val="000000"/>
                </a:solidFill>
                <a:effectLst/>
                <a:latin typeface="Cambria-Italic"/>
              </a:rPr>
              <a:t>dịch</a:t>
            </a:r>
            <a:r>
              <a:rPr lang="en-GB" sz="1800" b="0" i="1" dirty="0">
                <a:solidFill>
                  <a:srgbClr val="000000"/>
                </a:solidFill>
                <a:effectLst/>
                <a:latin typeface="Cambria-Italic"/>
              </a:rPr>
              <a:t> </a:t>
            </a:r>
            <a:r>
              <a:rPr lang="en-GB" sz="1800" b="0" i="1" dirty="0">
                <a:solidFill>
                  <a:srgbClr val="000000"/>
                </a:solidFill>
                <a:effectLst/>
                <a:latin typeface="AntikorMono-RegularItalic"/>
              </a:rPr>
              <a:t>GCC-ARM-NONE-EABI </a:t>
            </a:r>
            <a:r>
              <a:rPr lang="en-GB" sz="1800" b="0" i="1" dirty="0" err="1">
                <a:solidFill>
                  <a:srgbClr val="000000"/>
                </a:solidFill>
                <a:effectLst/>
                <a:latin typeface="Cambria-Italic"/>
              </a:rPr>
              <a:t>để</a:t>
            </a:r>
            <a:r>
              <a:rPr lang="en-GB" sz="1800" b="0" i="1" dirty="0">
                <a:solidFill>
                  <a:srgbClr val="000000"/>
                </a:solidFill>
                <a:effectLst/>
                <a:latin typeface="Cambria-Italic"/>
              </a:rPr>
              <a:t> </a:t>
            </a:r>
            <a:r>
              <a:rPr lang="en-GB" sz="1800" b="0" i="1" dirty="0" err="1">
                <a:solidFill>
                  <a:srgbClr val="000000"/>
                </a:solidFill>
                <a:effectLst/>
                <a:latin typeface="Cambria-Italic"/>
              </a:rPr>
              <a:t>biên</a:t>
            </a:r>
            <a:r>
              <a:rPr lang="en-GB" sz="1800" b="0" i="1" dirty="0">
                <a:solidFill>
                  <a:srgbClr val="000000"/>
                </a:solidFill>
                <a:effectLst/>
                <a:latin typeface="Cambria-Italic"/>
              </a:rPr>
              <a:t> </a:t>
            </a:r>
            <a:r>
              <a:rPr lang="en-GB" sz="1800" b="0" i="1" dirty="0" err="1">
                <a:solidFill>
                  <a:srgbClr val="000000"/>
                </a:solidFill>
                <a:effectLst/>
                <a:latin typeface="Cambria-Italic"/>
              </a:rPr>
              <a:t>dịch</a:t>
            </a:r>
            <a:r>
              <a:rPr lang="en-GB" sz="1800" b="0" i="1" dirty="0">
                <a:solidFill>
                  <a:srgbClr val="000000"/>
                </a:solidFill>
                <a:effectLst/>
                <a:latin typeface="Cambria-Italic"/>
              </a:rPr>
              <a:t> </a:t>
            </a:r>
            <a:r>
              <a:rPr lang="en-GB" sz="1800" b="0" i="1" dirty="0" err="1">
                <a:solidFill>
                  <a:srgbClr val="000000"/>
                </a:solidFill>
                <a:effectLst/>
                <a:latin typeface="Cambria-Italic"/>
              </a:rPr>
              <a:t>một</a:t>
            </a:r>
            <a:r>
              <a:rPr lang="en-GB" sz="1800" b="0" i="1" dirty="0">
                <a:solidFill>
                  <a:srgbClr val="000000"/>
                </a:solidFill>
                <a:effectLst/>
                <a:latin typeface="Cambria-Italic"/>
              </a:rPr>
              <a:t> </a:t>
            </a:r>
            <a:r>
              <a:rPr lang="en-GB" sz="1800" b="0" i="1" dirty="0" err="1">
                <a:solidFill>
                  <a:srgbClr val="000000"/>
                </a:solidFill>
                <a:effectLst/>
                <a:latin typeface="Cambria-Italic"/>
              </a:rPr>
              <a:t>chương</a:t>
            </a:r>
            <a:r>
              <a:rPr lang="en-GB" sz="1800" b="0" i="1" dirty="0">
                <a:solidFill>
                  <a:srgbClr val="000000"/>
                </a:solidFill>
                <a:effectLst/>
                <a:latin typeface="Cambria-Italic"/>
              </a:rPr>
              <a:t> </a:t>
            </a:r>
            <a:r>
              <a:rPr lang="en-GB" sz="1800" b="0" i="1" dirty="0" err="1">
                <a:solidFill>
                  <a:srgbClr val="000000"/>
                </a:solidFill>
                <a:effectLst/>
                <a:latin typeface="Cambria-Italic"/>
              </a:rPr>
              <a:t>trình</a:t>
            </a:r>
            <a:r>
              <a:rPr lang="en-GB" sz="1800" b="0" i="1" dirty="0">
                <a:solidFill>
                  <a:srgbClr val="000000"/>
                </a:solidFill>
                <a:effectLst/>
                <a:latin typeface="Cambria-Italic"/>
              </a:rPr>
              <a:t> </a:t>
            </a:r>
            <a:r>
              <a:rPr lang="en-GB" sz="1800" b="0" i="1" dirty="0" err="1">
                <a:solidFill>
                  <a:srgbClr val="000000"/>
                </a:solidFill>
                <a:effectLst/>
                <a:latin typeface="Cambria-Italic"/>
              </a:rPr>
              <a:t>vận</a:t>
            </a:r>
            <a:r>
              <a:rPr lang="en-GB" sz="1800" b="0" i="1" dirty="0">
                <a:solidFill>
                  <a:srgbClr val="000000"/>
                </a:solidFill>
                <a:effectLst/>
                <a:latin typeface="Cambria-Italic"/>
              </a:rPr>
              <a:t> </a:t>
            </a:r>
            <a:r>
              <a:rPr lang="en-GB" sz="1800" b="0" i="1" dirty="0" err="1">
                <a:solidFill>
                  <a:srgbClr val="000000"/>
                </a:solidFill>
                <a:effectLst/>
                <a:latin typeface="Cambria-Italic"/>
              </a:rPr>
              <a:t>hành</a:t>
            </a:r>
            <a:r>
              <a:rPr lang="en-GB" sz="1800" b="0" i="1" dirty="0">
                <a:solidFill>
                  <a:srgbClr val="000000"/>
                </a:solidFill>
                <a:effectLst/>
                <a:latin typeface="Cambria-Italic"/>
              </a:rPr>
              <a:t> </a:t>
            </a:r>
            <a:r>
              <a:rPr lang="en-GB" sz="1800" b="0" i="1" dirty="0" err="1">
                <a:solidFill>
                  <a:srgbClr val="000000"/>
                </a:solidFill>
                <a:effectLst/>
                <a:latin typeface="Cambria-Italic"/>
              </a:rPr>
              <a:t>trên</a:t>
            </a:r>
            <a:r>
              <a:rPr lang="en-GB" sz="1800" b="0" i="1" dirty="0">
                <a:solidFill>
                  <a:srgbClr val="000000"/>
                </a:solidFill>
                <a:effectLst/>
                <a:latin typeface="Cambria-Italic"/>
              </a:rPr>
              <a:t> vi </a:t>
            </a:r>
            <a:r>
              <a:rPr lang="en-GB" sz="1800" b="0" i="1" dirty="0" err="1">
                <a:solidFill>
                  <a:srgbClr val="000000"/>
                </a:solidFill>
                <a:effectLst/>
                <a:latin typeface="Cambria-Italic"/>
              </a:rPr>
              <a:t>điều</a:t>
            </a:r>
            <a:r>
              <a:rPr lang="en-GB" sz="1800" b="0" i="1" dirty="0">
                <a:solidFill>
                  <a:srgbClr val="000000"/>
                </a:solidFill>
                <a:effectLst/>
                <a:latin typeface="Cambria-Italic"/>
              </a:rPr>
              <a:t> </a:t>
            </a:r>
            <a:r>
              <a:rPr lang="en-GB" sz="1800" b="0" i="1" dirty="0" err="1">
                <a:solidFill>
                  <a:srgbClr val="000000"/>
                </a:solidFill>
                <a:effectLst/>
                <a:latin typeface="Cambria-Italic"/>
              </a:rPr>
              <a:t>khiển</a:t>
            </a:r>
            <a:r>
              <a:rPr lang="en-GB" sz="1800" b="0" i="1" dirty="0">
                <a:solidFill>
                  <a:srgbClr val="000000"/>
                </a:solidFill>
                <a:effectLst/>
                <a:latin typeface="Cambria-Italic"/>
              </a:rPr>
              <a:t> ARM-core.</a:t>
            </a:r>
            <a:r>
              <a:rPr lang="en-GB" dirty="0"/>
              <a:t> </a:t>
            </a:r>
            <a:br>
              <a:rPr lang="en-GB" dirty="0"/>
            </a:br>
            <a:endParaRPr lang="en-GB" dirty="0"/>
          </a:p>
        </p:txBody>
      </p:sp>
      <p:sp>
        <p:nvSpPr>
          <p:cNvPr id="5" name="TextBox 4">
            <a:extLst>
              <a:ext uri="{FF2B5EF4-FFF2-40B4-BE49-F238E27FC236}">
                <a16:creationId xmlns:a16="http://schemas.microsoft.com/office/drawing/2014/main" id="{1EBAE42D-89C2-2892-384C-431967FA89C9}"/>
              </a:ext>
            </a:extLst>
          </p:cNvPr>
          <p:cNvSpPr txBox="1"/>
          <p:nvPr/>
        </p:nvSpPr>
        <p:spPr>
          <a:xfrm>
            <a:off x="629264" y="4491250"/>
            <a:ext cx="6096000" cy="1754326"/>
          </a:xfrm>
          <a:prstGeom prst="rect">
            <a:avLst/>
          </a:prstGeom>
          <a:noFill/>
        </p:spPr>
        <p:txBody>
          <a:bodyPr wrap="square">
            <a:spAutoFit/>
          </a:bodyPr>
          <a:lstStyle/>
          <a:p>
            <a:r>
              <a:rPr lang="en-GB" sz="1800" b="1" i="0" dirty="0">
                <a:solidFill>
                  <a:srgbClr val="000000"/>
                </a:solidFill>
                <a:effectLst/>
                <a:latin typeface="Cambria-Bold"/>
              </a:rPr>
              <a:t>Static library: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thư</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viện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đuôi</a:t>
            </a:r>
            <a:r>
              <a:rPr lang="en-GB" sz="1800" b="0" i="0" dirty="0">
                <a:solidFill>
                  <a:srgbClr val="000000"/>
                </a:solidFill>
                <a:effectLst/>
                <a:latin typeface="Cambria" panose="02040503050406030204" pitchFamily="18" charset="0"/>
              </a:rPr>
              <a:t> .a </a:t>
            </a:r>
            <a:r>
              <a:rPr lang="en-GB" sz="1800" b="0" i="0" dirty="0" err="1">
                <a:solidFill>
                  <a:srgbClr val="000000"/>
                </a:solidFill>
                <a:effectLst/>
                <a:latin typeface="Cambria" panose="02040503050406030204" pitchFamily="18" charset="0"/>
              </a:rPr>
              <a:t>hoặc</a:t>
            </a:r>
            <a:r>
              <a:rPr lang="en-GB" sz="1800" b="0" i="0" dirty="0">
                <a:solidFill>
                  <a:srgbClr val="000000"/>
                </a:solidFill>
                <a:effectLst/>
                <a:latin typeface="Cambria" panose="02040503050406030204" pitchFamily="18" charset="0"/>
              </a:rPr>
              <a:t> .lib. Static library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file </a:t>
            </a:r>
            <a:r>
              <a:rPr lang="en-GB" sz="1800" b="0" i="0" dirty="0" err="1">
                <a:solidFill>
                  <a:srgbClr val="000000"/>
                </a:solidFill>
                <a:effectLst/>
                <a:latin typeface="Cambria" panose="02040503050406030204" pitchFamily="18" charset="0"/>
              </a:rPr>
              <a:t>chứa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object .o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tạo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từ</a:t>
            </a:r>
            <a:r>
              <a:rPr lang="en-GB" sz="1800" b="0" i="0" dirty="0">
                <a:solidFill>
                  <a:srgbClr val="000000"/>
                </a:solidFill>
                <a:effectLst/>
                <a:latin typeface="Cambria" panose="02040503050406030204" pitchFamily="18" charset="0"/>
              </a:rPr>
              <a:t> source code. Ở linking, </a:t>
            </a:r>
            <a:r>
              <a:rPr lang="en-GB" sz="1800" b="0" i="0" dirty="0" err="1">
                <a:solidFill>
                  <a:srgbClr val="000000"/>
                </a:solidFill>
                <a:effectLst/>
                <a:latin typeface="Cambria" panose="02040503050406030204" pitchFamily="18" charset="0"/>
              </a:rPr>
              <a:t>nếu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nội</a:t>
            </a:r>
            <a:r>
              <a:rPr lang="en-GB" sz="1800" b="0" i="0" dirty="0">
                <a:solidFill>
                  <a:srgbClr val="000000"/>
                </a:solidFill>
                <a:effectLst/>
                <a:latin typeface="Cambria" panose="02040503050406030204" pitchFamily="18" charset="0"/>
              </a:rPr>
              <a:t> dung </a:t>
            </a:r>
            <a:r>
              <a:rPr lang="en-GB" sz="1800" b="0" i="0" dirty="0" err="1">
                <a:solidFill>
                  <a:srgbClr val="000000"/>
                </a:solidFill>
                <a:effectLst/>
                <a:latin typeface="Cambria" panose="02040503050406030204" pitchFamily="18" charset="0"/>
              </a:rPr>
              <a:t>cần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thực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nằm</a:t>
            </a:r>
            <a:r>
              <a:rPr lang="en-GB" sz="1800" b="0" i="0" dirty="0">
                <a:solidFill>
                  <a:srgbClr val="000000"/>
                </a:solidFill>
                <a:effectLst/>
                <a:latin typeface="Cambria" panose="02040503050406030204" pitchFamily="18" charset="0"/>
              </a:rPr>
              <a:t> ở static library </a:t>
            </a:r>
            <a:r>
              <a:rPr lang="en-GB" sz="1800" b="0" i="0" dirty="0" err="1">
                <a:solidFill>
                  <a:srgbClr val="000000"/>
                </a:solidFill>
                <a:effectLst/>
                <a:latin typeface="Cambria" panose="02040503050406030204" pitchFamily="18" charset="0"/>
              </a:rPr>
              <a:t>thì</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toàn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bộ</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nội</a:t>
            </a:r>
            <a:r>
              <a:rPr lang="en-GB" sz="1800" b="0" i="0" dirty="0">
                <a:solidFill>
                  <a:srgbClr val="000000"/>
                </a:solidFill>
                <a:effectLst/>
                <a:latin typeface="Cambria" panose="02040503050406030204" pitchFamily="18" charset="0"/>
              </a:rPr>
              <a:t> dung </a:t>
            </a:r>
            <a:r>
              <a:rPr lang="en-GB" sz="1800" b="0" i="0" dirty="0" err="1">
                <a:solidFill>
                  <a:srgbClr val="000000"/>
                </a:solidFill>
                <a:effectLst/>
                <a:latin typeface="Cambria" panose="02040503050406030204" pitchFamily="18" charset="0"/>
              </a:rPr>
              <a:t>đó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copy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file code </a:t>
            </a:r>
            <a:r>
              <a:rPr lang="en-GB" sz="1800" b="0" i="0" dirty="0" err="1">
                <a:solidFill>
                  <a:srgbClr val="000000"/>
                </a:solidFill>
                <a:effectLst/>
                <a:latin typeface="Cambria" panose="02040503050406030204" pitchFamily="18" charset="0"/>
              </a:rPr>
              <a:t>cuối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cùng</a:t>
            </a:r>
            <a:r>
              <a:rPr lang="en-GB" sz="1800" b="0" i="0" dirty="0">
                <a:solidFill>
                  <a:srgbClr val="000000"/>
                </a:solidFill>
                <a:effectLst/>
                <a:latin typeface="Cambria" panose="02040503050406030204" pitchFamily="18" charset="0"/>
              </a:rPr>
              <a:t>.</a:t>
            </a:r>
            <a:r>
              <a:rPr lang="en-GB" dirty="0"/>
              <a:t> </a:t>
            </a:r>
            <a:br>
              <a:rPr lang="en-GB" dirty="0"/>
            </a:br>
            <a:endParaRPr lang="en-GB" dirty="0"/>
          </a:p>
        </p:txBody>
      </p:sp>
      <p:sp>
        <p:nvSpPr>
          <p:cNvPr id="7" name="TextBox 6">
            <a:extLst>
              <a:ext uri="{FF2B5EF4-FFF2-40B4-BE49-F238E27FC236}">
                <a16:creationId xmlns:a16="http://schemas.microsoft.com/office/drawing/2014/main" id="{E719DF17-682C-8162-7FFC-3A2BDFDBBD68}"/>
              </a:ext>
            </a:extLst>
          </p:cNvPr>
          <p:cNvSpPr txBox="1"/>
          <p:nvPr/>
        </p:nvSpPr>
        <p:spPr>
          <a:xfrm>
            <a:off x="6400800" y="4214251"/>
            <a:ext cx="6096000" cy="2308324"/>
          </a:xfrm>
          <a:prstGeom prst="rect">
            <a:avLst/>
          </a:prstGeom>
          <a:noFill/>
        </p:spPr>
        <p:txBody>
          <a:bodyPr wrap="square">
            <a:spAutoFit/>
          </a:bodyPr>
          <a:lstStyle/>
          <a:p>
            <a:r>
              <a:rPr lang="en-GB" sz="1800" b="1" i="0" dirty="0">
                <a:solidFill>
                  <a:srgbClr val="000000"/>
                </a:solidFill>
                <a:effectLst/>
                <a:latin typeface="Cambria-Bold"/>
              </a:rPr>
              <a:t>Dynamic library/Shared library: </a:t>
            </a:r>
            <a:r>
              <a:rPr lang="en-GB" sz="1800" b="0" i="0" dirty="0" err="1">
                <a:solidFill>
                  <a:srgbClr val="000000"/>
                </a:solidFill>
                <a:effectLst/>
                <a:latin typeface="Cambria" panose="02040503050406030204" pitchFamily="18" charset="0"/>
              </a:rPr>
              <a:t>là</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thư</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viện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đuôi</a:t>
            </a:r>
            <a:r>
              <a:rPr lang="en-GB" sz="1800" b="0" i="0" dirty="0">
                <a:solidFill>
                  <a:srgbClr val="000000"/>
                </a:solidFill>
                <a:effectLst/>
                <a:latin typeface="Cambria" panose="02040503050406030204" pitchFamily="18" charset="0"/>
              </a:rPr>
              <a:t> .so (</a:t>
            </a:r>
            <a:r>
              <a:rPr lang="en-GB" sz="1800" b="0" i="0" dirty="0" err="1">
                <a:solidFill>
                  <a:srgbClr val="000000"/>
                </a:solidFill>
                <a:effectLst/>
                <a:latin typeface="Cambria" panose="02040503050406030204" pitchFamily="18" charset="0"/>
              </a:rPr>
              <a:t>linux</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hoặc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dll</a:t>
            </a:r>
            <a:r>
              <a:rPr lang="en-GB" sz="1800" b="0" i="0" dirty="0">
                <a:solidFill>
                  <a:srgbClr val="000000"/>
                </a:solidFill>
                <a:effectLst/>
                <a:latin typeface="Cambria" panose="02040503050406030204" pitchFamily="18" charset="0"/>
              </a:rPr>
              <a:t> (Windows). Dynamic library </a:t>
            </a:r>
            <a:r>
              <a:rPr lang="en-GB" sz="1800" b="0" i="0" dirty="0" err="1">
                <a:solidFill>
                  <a:srgbClr val="000000"/>
                </a:solidFill>
                <a:effectLst/>
                <a:latin typeface="Cambria" panose="02040503050406030204" pitchFamily="18" charset="0"/>
              </a:rPr>
              <a:t>chứa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các</a:t>
            </a:r>
            <a:r>
              <a:rPr lang="en-GB" sz="1800" b="0" i="0" dirty="0">
                <a:solidFill>
                  <a:srgbClr val="000000"/>
                </a:solidFill>
                <a:effectLst/>
                <a:latin typeface="Cambria" panose="02040503050406030204" pitchFamily="18" charset="0"/>
              </a:rPr>
              <a:t> object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tạo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từ</a:t>
            </a:r>
            <a:r>
              <a:rPr lang="en-GB" sz="1800" b="0" i="0" dirty="0">
                <a:solidFill>
                  <a:srgbClr val="000000"/>
                </a:solidFill>
                <a:effectLst/>
                <a:latin typeface="Cambria" panose="02040503050406030204" pitchFamily="18" charset="0"/>
              </a:rPr>
              <a:t> source code. Ở linking, </a:t>
            </a:r>
            <a:r>
              <a:rPr lang="en-GB" sz="1800" b="0" i="0" dirty="0" err="1">
                <a:solidFill>
                  <a:srgbClr val="000000"/>
                </a:solidFill>
                <a:effectLst/>
                <a:latin typeface="Cambria" panose="02040503050406030204" pitchFamily="18" charset="0"/>
              </a:rPr>
              <a:t>nếu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nội</a:t>
            </a:r>
            <a:r>
              <a:rPr lang="en-GB" sz="1800" b="0" i="0" dirty="0">
                <a:solidFill>
                  <a:srgbClr val="000000"/>
                </a:solidFill>
                <a:effectLst/>
                <a:latin typeface="Cambria" panose="02040503050406030204" pitchFamily="18" charset="0"/>
              </a:rPr>
              <a:t> dung </a:t>
            </a:r>
            <a:r>
              <a:rPr lang="en-GB" sz="1800" b="0" i="0" dirty="0" err="1">
                <a:solidFill>
                  <a:srgbClr val="000000"/>
                </a:solidFill>
                <a:effectLst/>
                <a:latin typeface="Cambria" panose="02040503050406030204" pitchFamily="18" charset="0"/>
              </a:rPr>
              <a:t>cần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thực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nằm</a:t>
            </a:r>
            <a:r>
              <a:rPr lang="en-GB" sz="1800" b="0" i="0" dirty="0">
                <a:solidFill>
                  <a:srgbClr val="000000"/>
                </a:solidFill>
                <a:effectLst/>
                <a:latin typeface="Cambria" panose="02040503050406030204" pitchFamily="18" charset="0"/>
              </a:rPr>
              <a:t> ở dynamic library </a:t>
            </a:r>
            <a:r>
              <a:rPr lang="en-GB" sz="1800" b="0" i="0" dirty="0" err="1">
                <a:solidFill>
                  <a:srgbClr val="000000"/>
                </a:solidFill>
                <a:effectLst/>
                <a:latin typeface="Cambria" panose="02040503050406030204" pitchFamily="18" charset="0"/>
              </a:rPr>
              <a:t>thì</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chỉ</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phần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địa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chỉ</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tham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chiếu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đến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nội</a:t>
            </a:r>
            <a:r>
              <a:rPr lang="en-GB" sz="1800" b="0" i="0" dirty="0">
                <a:solidFill>
                  <a:srgbClr val="000000"/>
                </a:solidFill>
                <a:effectLst/>
                <a:latin typeface="Cambria" panose="02040503050406030204" pitchFamily="18" charset="0"/>
              </a:rPr>
              <a:t> dung </a:t>
            </a:r>
            <a:r>
              <a:rPr lang="en-GB" sz="1800" b="0" i="0" dirty="0" err="1">
                <a:solidFill>
                  <a:srgbClr val="000000"/>
                </a:solidFill>
                <a:effectLst/>
                <a:latin typeface="Cambria" panose="02040503050406030204" pitchFamily="18" charset="0"/>
              </a:rPr>
              <a:t>được</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đưa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file code </a:t>
            </a:r>
            <a:r>
              <a:rPr lang="en-GB" sz="1800" b="0" i="0" dirty="0" err="1">
                <a:solidFill>
                  <a:srgbClr val="000000"/>
                </a:solidFill>
                <a:effectLst/>
                <a:latin typeface="Cambria" panose="02040503050406030204" pitchFamily="18" charset="0"/>
              </a:rPr>
              <a:t>cuối</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cùng</a:t>
            </a:r>
            <a:r>
              <a:rPr lang="en-GB" sz="1800" b="0" i="0" dirty="0">
                <a:solidFill>
                  <a:srgbClr val="000000"/>
                </a:solidFill>
                <a:effectLst/>
                <a:latin typeface="Cambria" panose="02040503050406030204" pitchFamily="18" charset="0"/>
              </a:rPr>
              <a:t>. Trong </a:t>
            </a:r>
            <a:r>
              <a:rPr lang="en-GB" sz="1800" b="0" i="0" dirty="0" err="1">
                <a:solidFill>
                  <a:srgbClr val="000000"/>
                </a:solidFill>
                <a:effectLst/>
                <a:latin typeface="Cambria" panose="02040503050406030204" pitchFamily="18" charset="0"/>
              </a:rPr>
              <a:t>quá</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chạy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thì</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chương</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trình</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dựa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vào</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tham</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chiếu</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đó</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để</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truy</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xuất</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đến</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nội</a:t>
            </a:r>
            <a:r>
              <a:rPr lang="en-GB" sz="1800" b="0" i="0" dirty="0">
                <a:solidFill>
                  <a:srgbClr val="000000"/>
                </a:solidFill>
                <a:effectLst/>
                <a:latin typeface="Cambria" panose="02040503050406030204" pitchFamily="18" charset="0"/>
              </a:rPr>
              <a:t> dung </a:t>
            </a:r>
            <a:r>
              <a:rPr lang="en-GB" sz="1800" b="0" i="0" dirty="0" err="1">
                <a:solidFill>
                  <a:srgbClr val="000000"/>
                </a:solidFill>
                <a:effectLst/>
                <a:latin typeface="Cambria" panose="02040503050406030204" pitchFamily="18" charset="0"/>
              </a:rPr>
              <a:t>chứa</a:t>
            </a:r>
            <a:r>
              <a:rPr lang="en-GB" sz="1800" b="0" i="0" dirty="0">
                <a:solidFill>
                  <a:srgbClr val="000000"/>
                </a:solidFill>
                <a:effectLst/>
                <a:latin typeface="Cambria" panose="02040503050406030204" pitchFamily="18" charset="0"/>
              </a:rPr>
              <a:t> </a:t>
            </a:r>
            <a:r>
              <a:rPr lang="en-GB" sz="1800" b="0" i="0" dirty="0" err="1">
                <a:solidFill>
                  <a:srgbClr val="000000"/>
                </a:solidFill>
                <a:effectLst/>
                <a:latin typeface="Cambria" panose="02040503050406030204" pitchFamily="18" charset="0"/>
              </a:rPr>
              <a:t>trong</a:t>
            </a:r>
            <a:r>
              <a:rPr lang="en-GB" sz="1800" b="0" i="0" dirty="0">
                <a:solidFill>
                  <a:srgbClr val="000000"/>
                </a:solidFill>
                <a:effectLst/>
                <a:latin typeface="Cambria" panose="02040503050406030204" pitchFamily="18" charset="0"/>
              </a:rPr>
              <a:t> dynamic library</a:t>
            </a:r>
            <a:r>
              <a:rPr lang="en-GB" dirty="0"/>
              <a:t> </a:t>
            </a:r>
            <a:br>
              <a:rPr lang="en-GB" dirty="0"/>
            </a:br>
            <a:endParaRPr lang="en-GB" dirty="0"/>
          </a:p>
        </p:txBody>
      </p:sp>
    </p:spTree>
    <p:extLst>
      <p:ext uri="{BB962C8B-B14F-4D97-AF65-F5344CB8AC3E}">
        <p14:creationId xmlns:p14="http://schemas.microsoft.com/office/powerpoint/2010/main" val="32165788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9029F9-E84E-A411-DDEF-569C6918ACDD}"/>
              </a:ext>
            </a:extLst>
          </p:cNvPr>
          <p:cNvSpPr txBox="1"/>
          <p:nvPr/>
        </p:nvSpPr>
        <p:spPr>
          <a:xfrm>
            <a:off x="1622322" y="285135"/>
            <a:ext cx="9399639" cy="16360825"/>
          </a:xfrm>
          <a:prstGeom prst="rect">
            <a:avLst/>
          </a:prstGeom>
          <a:noFill/>
        </p:spPr>
        <p:txBody>
          <a:bodyPr wrap="square">
            <a:spAutoFit/>
          </a:bodyPr>
          <a:lstStyle/>
          <a:p>
            <a:pPr indent="457200">
              <a:lnSpc>
                <a:spcPct val="116000"/>
              </a:lnSpc>
              <a:spcAft>
                <a:spcPts val="800"/>
              </a:spcAft>
              <a:buNone/>
            </a:pPr>
            <a:r>
              <a:rPr lang="en-GB" sz="20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1. Enum:</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Enum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trong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ngôn</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ngữ</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C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là</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kiểu</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dữ</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liệu</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do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người</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dùng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tự</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định</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nghĩa</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Được</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sử</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dụng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chủ</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yếu</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để</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gán</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tên</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cho</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các</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hằng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số</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giúp</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chượng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trình</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dễ</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đọc</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và</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dễ</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bảo</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trì</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457200">
              <a:lnSpc>
                <a:spcPct val="116000"/>
              </a:lnSpc>
              <a:spcAft>
                <a:spcPts val="800"/>
              </a:spcAft>
              <a:buNone/>
            </a:pP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Cú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pháp</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định</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nghĩa</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enum</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b="1" dirty="0" err="1">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enum</a:t>
            </a: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&lt;</a:t>
            </a:r>
            <a:r>
              <a:rPr lang="en-GB" sz="1800" b="1" dirty="0" err="1">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tên_enum</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&gt;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&lt;DANH SÁCH CÁC GIÁ TRỊ&gt; };</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Ví</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du: </a:t>
            </a:r>
            <a:r>
              <a:rPr lang="en-GB" sz="1800" b="1" dirty="0" err="1">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enum</a:t>
            </a: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weekday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{MON, TUE, WED, THU, FRI, SAT, SUN};</a:t>
            </a:r>
            <a:r>
              <a:rPr lang="en-GB" sz="1800" dirty="0">
                <a:effectLst/>
                <a:latin typeface="Times New Roman" panose="02020603050405020304" pitchFamily="18" charset="0"/>
                <a:ea typeface="Aptos" panose="020B0004020202020204" pitchFamily="34" charset="0"/>
                <a:cs typeface="Times New Roman" panose="02020603050405020304" pitchFamily="18" charset="0"/>
              </a:rPr>
              <a:t> </a:t>
            </a:r>
            <a:b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b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Không</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cần</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trực</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tiếp</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gán</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cho</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các</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tên</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hằng</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số</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compiler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tự</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động</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khởi</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tạo</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cho</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danh</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sách</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các</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bắt</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đầu</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với</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0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và</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tăng</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dần</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Ở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ví</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dụ</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trên</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của</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danh</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sách</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tương</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ứng</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MON=0, TUE=1, WED=2, THU=3, FRI=4, SAT=5, SUN=6.</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Khi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định</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nghĩa</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enum</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nếu</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ta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gán</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cho</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một</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hằng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số</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của</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các</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hằng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số</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tiếp</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theo</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sẽ</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tăng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dần</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từ</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đã</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gán</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chộ</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hằng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số</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đó</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Ví</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dụ</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b="1" dirty="0" err="1">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enum</a:t>
            </a: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weekday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{MON, TUE=3, WED, THU, FRI, SAT, SUN};</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của</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danh</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sách</a:t>
            </a: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MON=0, TUE=3, WED=4, THU=5, FRI=6, SAT=7, SUN=8.</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Cú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pháp</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khai</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báo</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biến</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enum</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457200">
              <a:lnSpc>
                <a:spcPct val="116000"/>
              </a:lnSpc>
              <a:spcAft>
                <a:spcPts val="800"/>
              </a:spcAft>
              <a:buNone/>
            </a:pPr>
            <a:r>
              <a:rPr lang="en-GB" sz="1800" b="1" dirty="0" err="1">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enum</a:t>
            </a: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&lt;</a:t>
            </a:r>
            <a:r>
              <a:rPr lang="en-GB" sz="1800" b="1" dirty="0" err="1">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tên_enum</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&gt;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&lt;</a:t>
            </a:r>
            <a:r>
              <a:rPr lang="en-GB" sz="1800" b="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tên_biến_enum</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Lúc</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này</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&lt;</a:t>
            </a:r>
            <a:r>
              <a:rPr lang="en-GB" sz="1800" b="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tên_biến_enum</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có</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giá</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trị</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là</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tên</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của</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một</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các</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hằng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số</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nằm</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trong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danh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sách</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đã</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định</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nghĩa</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Ví</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dụ</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457200" indent="457200">
              <a:lnSpc>
                <a:spcPct val="116000"/>
              </a:lnSpc>
              <a:spcAft>
                <a:spcPts val="800"/>
              </a:spcAft>
              <a:buNone/>
            </a:pPr>
            <a:r>
              <a:rPr lang="en-GB" sz="1800" b="1" dirty="0" err="1">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enum</a:t>
            </a: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weekday </a:t>
            </a:r>
            <a:r>
              <a:rPr lang="en-GB" sz="1800" b="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today;</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914400">
              <a:lnSpc>
                <a:spcPct val="116000"/>
              </a:lnSpc>
              <a:spcAft>
                <a:spcPts val="800"/>
              </a:spcAft>
              <a:buNone/>
            </a:pPr>
            <a:r>
              <a:rPr lang="en-GB" sz="1800" b="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today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TUE;</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914400">
              <a:lnSpc>
                <a:spcPct val="116000"/>
              </a:lnSpc>
              <a:spcAft>
                <a:spcPts val="800"/>
              </a:spcAft>
              <a:buNone/>
            </a:pPr>
            <a:r>
              <a:rPr lang="en-GB" sz="1800" b="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today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today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+ 1; </a:t>
            </a:r>
            <a:r>
              <a:rPr lang="en-GB" sz="1800" b="1" dirty="0">
                <a:solidFill>
                  <a:srgbClr val="7F7F7F"/>
                </a:solidFill>
                <a:effectLst/>
                <a:latin typeface="Times New Roman" panose="02020603050405020304" pitchFamily="18" charset="0"/>
                <a:ea typeface="Aptos" panose="020B0004020202020204" pitchFamily="34" charset="0"/>
                <a:cs typeface="Times New Roman" panose="02020603050405020304" pitchFamily="18" charset="0"/>
              </a:rPr>
              <a:t>//today = TUE + 1 = 3 + 1 = 4</a:t>
            </a:r>
            <a:r>
              <a:rPr lang="en-GB" sz="1800" dirty="0">
                <a:effectLst/>
                <a:latin typeface="Times New Roman" panose="02020603050405020304" pitchFamily="18" charset="0"/>
                <a:ea typeface="Aptos" panose="020B0004020202020204" pitchFamily="34" charset="0"/>
                <a:cs typeface="Times New Roman" panose="02020603050405020304" pitchFamily="18" charset="0"/>
              </a:rPr>
              <a:t> </a:t>
            </a:r>
            <a:b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b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indent="457200">
              <a:lnSpc>
                <a:spcPct val="116000"/>
              </a:lnSpc>
              <a:spcAft>
                <a:spcPts val="800"/>
              </a:spcAft>
              <a:buNone/>
            </a:pPr>
            <a:r>
              <a:rPr lang="en-GB" sz="20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2. Typedef:</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Typedef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khóa</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sử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cung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cấp</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tên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mới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cho</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các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kiểu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dữ</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liệu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hiện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hoặc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kiểu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dữ</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liệu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mình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tự</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định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nghĩa</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ví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dụ</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struct,...).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hoạt</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động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như</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việc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xác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định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bí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danh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cho</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câu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lệnh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Typedef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xử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lí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bởi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compiler.</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Sau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khai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báo</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chúng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ta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thể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sử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tên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bí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danh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nếu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như</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tên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hiện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của</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đang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nằm</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ngoài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chương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trình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C.</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Cú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pháp</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457200">
              <a:lnSpc>
                <a:spcPct val="116000"/>
              </a:lnSpc>
              <a:spcAft>
                <a:spcPts val="800"/>
              </a:spcAft>
              <a:buNone/>
            </a:pPr>
            <a:r>
              <a:rPr lang="en-GB" sz="1800" b="1" dirty="0">
                <a:solidFill>
                  <a:srgbClr val="0070C0"/>
                </a:solidFill>
                <a:effectLst/>
                <a:latin typeface="Times New Roman" panose="02020603050405020304" pitchFamily="18" charset="0"/>
                <a:ea typeface="Aptos" panose="020B0004020202020204" pitchFamily="34" charset="0"/>
                <a:cs typeface="Times New Roman" panose="02020603050405020304" pitchFamily="18" charset="0"/>
              </a:rPr>
              <a:t>typedef</a:t>
            </a: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&lt;</a:t>
            </a:r>
            <a:r>
              <a:rPr lang="en-GB" sz="1800" b="1" dirty="0" err="1">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kiểu_cũ</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&gt;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&lt;</a:t>
            </a:r>
            <a:r>
              <a:rPr lang="en-GB" sz="1800" b="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kiểu</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mới</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&gt;;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Ví</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dụ</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typedef </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unsigned char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uint8_t;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Lúc</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này</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thay</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vì</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khai</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báo</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biến</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i="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unsigned char </a:t>
            </a:r>
            <a:r>
              <a:rPr lang="en-GB" sz="1800" b="1" i="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count</a:t>
            </a:r>
            <a:r>
              <a:rPr lang="en-GB" sz="1800" b="1"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thì</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ta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có</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thể</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khai</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báo</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bằng</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i="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cách</a:t>
            </a:r>
            <a:r>
              <a:rPr lang="en-GB" sz="1800"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i="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uint8_t </a:t>
            </a:r>
            <a:r>
              <a:rPr lang="en-GB" sz="1800" b="1" i="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count</a:t>
            </a:r>
            <a:r>
              <a:rPr lang="en-GB" sz="1800" b="1"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Typedef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thường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dùng</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khi</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định</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nghĩa</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struct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và</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 </a:t>
            </a:r>
            <a:r>
              <a:rPr lang="en-GB" sz="1800" dirty="0" err="1">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enum</a:t>
            </a:r>
            <a:r>
              <a:rPr lang="en-GB" sz="1800" dirty="0">
                <a:solidFill>
                  <a:srgbClr val="000000"/>
                </a:solidFill>
                <a:effectLst/>
                <a:latin typeface="Times New Roman" panose="02020603050405020304" pitchFamily="18" charset="0"/>
                <a:ea typeface="Cambria" panose="020405030504060302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typedef </a:t>
            </a:r>
            <a:r>
              <a:rPr lang="en-GB" sz="1800" b="1" i="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struct </a:t>
            </a:r>
            <a:r>
              <a:rPr lang="en-GB" sz="1800" b="1"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i="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uint8_t </a:t>
            </a:r>
            <a:r>
              <a:rPr lang="en-GB" sz="1800" b="1" i="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height</a:t>
            </a:r>
            <a:r>
              <a:rPr lang="en-GB" sz="1800" b="1"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i="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uint8_t </a:t>
            </a:r>
            <a:r>
              <a:rPr lang="en-GB" sz="1800" b="1" i="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width</a:t>
            </a:r>
            <a:r>
              <a:rPr lang="en-GB" sz="1800" b="1" i="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 rectangle;</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b="1" i="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rectangle </a:t>
            </a:r>
            <a:r>
              <a:rPr lang="en-GB" sz="1800" b="1" i="1" dirty="0" err="1">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rect_a</a:t>
            </a:r>
            <a:r>
              <a:rPr lang="en-GB" sz="1800" b="1" i="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 </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b="1" dirty="0">
                <a:solidFill>
                  <a:srgbClr val="006FC0"/>
                </a:solidFill>
                <a:effectLst/>
                <a:latin typeface="Times New Roman" panose="02020603050405020304" pitchFamily="18" charset="0"/>
                <a:ea typeface="Aptos" panose="020B0004020202020204" pitchFamily="34" charset="0"/>
                <a:cs typeface="Times New Roman" panose="02020603050405020304" pitchFamily="18" charset="0"/>
              </a:rPr>
              <a:t>typedef </a:t>
            </a:r>
            <a:r>
              <a:rPr lang="en-GB" sz="1800" b="1" dirty="0" err="1">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enum</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a:t>
            </a:r>
            <a:r>
              <a:rPr lang="en-GB" sz="1800" b="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mon</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tue</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wed, </a:t>
            </a:r>
            <a:r>
              <a:rPr lang="en-GB" sz="1800" b="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thu</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a:t>
            </a:r>
            <a:r>
              <a:rPr lang="en-GB" sz="1800" b="1" dirty="0" err="1">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fri</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 sat, sun} </a:t>
            </a: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weekday</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b="1" dirty="0">
                <a:solidFill>
                  <a:srgbClr val="FF0000"/>
                </a:solidFill>
                <a:effectLst/>
                <a:latin typeface="Times New Roman" panose="02020603050405020304" pitchFamily="18" charset="0"/>
                <a:ea typeface="Aptos" panose="020B0004020202020204" pitchFamily="34" charset="0"/>
                <a:cs typeface="Times New Roman" panose="02020603050405020304" pitchFamily="18" charset="0"/>
              </a:rPr>
              <a:t>weekday </a:t>
            </a:r>
            <a:r>
              <a:rPr lang="en-GB" sz="1800" b="1" dirty="0">
                <a:solidFill>
                  <a:srgbClr val="385623"/>
                </a:solidFill>
                <a:effectLst/>
                <a:latin typeface="Times New Roman" panose="02020603050405020304" pitchFamily="18" charset="0"/>
                <a:ea typeface="Aptos" panose="020B0004020202020204" pitchFamily="34" charset="0"/>
                <a:cs typeface="Times New Roman" panose="02020603050405020304" pitchFamily="18" charset="0"/>
              </a:rPr>
              <a:t>today</a:t>
            </a:r>
            <a:r>
              <a:rPr lang="en-GB" sz="1800" b="1" dirty="0">
                <a:solidFill>
                  <a:srgbClr val="000000"/>
                </a:solidFill>
                <a:effectLst/>
                <a:latin typeface="Times New Roman" panose="02020603050405020304" pitchFamily="18" charset="0"/>
                <a:ea typeface="Aptos" panose="020B0004020202020204" pitchFamily="34" charset="0"/>
                <a:cs typeface="Times New Roman" panose="02020603050405020304" pitchFamily="18" charset="0"/>
              </a:rPr>
              <a:t>;</a:t>
            </a:r>
            <a:r>
              <a:rPr lang="en-GB" sz="1800" dirty="0">
                <a:effectLst/>
                <a:latin typeface="Times New Roman" panose="02020603050405020304" pitchFamily="18" charset="0"/>
                <a:ea typeface="Aptos" panose="020B0004020202020204" pitchFamily="34" charset="0"/>
                <a:cs typeface="Times New Roman" panose="02020603050405020304" pitchFamily="18" charset="0"/>
              </a:rPr>
              <a:t> </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333102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 code&#10;&#10;Description automatically generated">
            <a:extLst>
              <a:ext uri="{FF2B5EF4-FFF2-40B4-BE49-F238E27FC236}">
                <a16:creationId xmlns:a16="http://schemas.microsoft.com/office/drawing/2014/main" id="{4DE00B7A-B704-1281-0D5C-4BC7AAF7A909}"/>
              </a:ext>
            </a:extLst>
          </p:cNvPr>
          <p:cNvPicPr>
            <a:picLocks noChangeAspect="1"/>
          </p:cNvPicPr>
          <p:nvPr/>
        </p:nvPicPr>
        <p:blipFill>
          <a:blip r:embed="rId2"/>
          <a:stretch>
            <a:fillRect/>
          </a:stretch>
        </p:blipFill>
        <p:spPr>
          <a:xfrm>
            <a:off x="1192868" y="504855"/>
            <a:ext cx="3061335" cy="2131695"/>
          </a:xfrm>
          <a:prstGeom prst="rect">
            <a:avLst/>
          </a:prstGeom>
        </p:spPr>
      </p:pic>
      <p:sp>
        <p:nvSpPr>
          <p:cNvPr id="4" name="TextBox 3">
            <a:extLst>
              <a:ext uri="{FF2B5EF4-FFF2-40B4-BE49-F238E27FC236}">
                <a16:creationId xmlns:a16="http://schemas.microsoft.com/office/drawing/2014/main" id="{509E8C56-E2A6-F799-10A6-F502A503422D}"/>
              </a:ext>
            </a:extLst>
          </p:cNvPr>
          <p:cNvSpPr txBox="1"/>
          <p:nvPr/>
        </p:nvSpPr>
        <p:spPr>
          <a:xfrm>
            <a:off x="3048000" y="2276751"/>
            <a:ext cx="6096000" cy="2309415"/>
          </a:xfrm>
          <a:prstGeom prst="rect">
            <a:avLst/>
          </a:prstGeom>
          <a:noFill/>
        </p:spPr>
        <p:txBody>
          <a:bodyPr wrap="square">
            <a:spAutoFit/>
          </a:bodyPr>
          <a:lstStyle/>
          <a:p>
            <a:pPr marL="342900" lvl="0" indent="-342900">
              <a:lnSpc>
                <a:spcPct val="116000"/>
              </a:lnSpc>
              <a:spcAft>
                <a:spcPts val="800"/>
              </a:spcAft>
              <a:buFont typeface="Symbol" panose="05050102010706020507" pitchFamily="18" charset="2"/>
              <a:buChar char=""/>
            </a:pPr>
            <a:r>
              <a:rPr lang="en-GB" sz="1800" b="1" dirty="0" err="1">
                <a:effectLst/>
                <a:latin typeface="Times New Roman" panose="02020603050405020304" pitchFamily="18" charset="0"/>
                <a:ea typeface="Times New Roman" panose="02020603050405020304" pitchFamily="18" charset="0"/>
                <a:cs typeface="Times New Roman" panose="02020603050405020304" pitchFamily="18" charset="0"/>
              </a:rPr>
              <a:t>Ứng</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err="1">
                <a:effectLst/>
                <a:latin typeface="Times New Roman" panose="02020603050405020304" pitchFamily="18" charset="0"/>
                <a:ea typeface="Times New Roman" panose="02020603050405020304" pitchFamily="18" charset="0"/>
                <a:cs typeface="Times New Roman" panose="02020603050405020304" pitchFamily="18" charset="0"/>
              </a:rPr>
              <a:t>của</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 typedef</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Dùng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đặt</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tên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ý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nghĩa</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cho</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dữ</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liệu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đã</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người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dùng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khác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thể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hiểu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thể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sử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với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các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cấu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trúc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tăng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khả</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năng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đọc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mã</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và</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chúng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ta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không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phải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gõ</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struct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lần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063121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8DA7BEE-6812-8FD2-D1CB-1B0F2D2FC8C0}"/>
              </a:ext>
            </a:extLst>
          </p:cNvPr>
          <p:cNvSpPr txBox="1"/>
          <p:nvPr/>
        </p:nvSpPr>
        <p:spPr>
          <a:xfrm>
            <a:off x="3048000" y="453944"/>
            <a:ext cx="6096000" cy="5955028"/>
          </a:xfrm>
          <a:prstGeom prst="rect">
            <a:avLst/>
          </a:prstGeom>
          <a:noFill/>
        </p:spPr>
        <p:txBody>
          <a:bodyPr wrap="square">
            <a:spAutoFit/>
          </a:bodyPr>
          <a:lstStyle/>
          <a:p>
            <a:pPr marL="342900" lvl="0" indent="-342900">
              <a:lnSpc>
                <a:spcPct val="116000"/>
              </a:lnSpc>
              <a:spcAft>
                <a:spcPts val="800"/>
              </a:spcAft>
              <a:buFont typeface="+mj-lt"/>
              <a:buAutoNum type="arabicPeriod" startAt="3"/>
            </a:pPr>
            <a:r>
              <a:rPr lang="en-GB" sz="2000" b="1" dirty="0">
                <a:effectLst/>
                <a:latin typeface="Times New Roman" panose="02020603050405020304" pitchFamily="18" charset="0"/>
                <a:ea typeface="Times New Roman" panose="02020603050405020304" pitchFamily="18" charset="0"/>
                <a:cs typeface="Times New Roman" panose="02020603050405020304" pitchFamily="18" charset="0"/>
              </a:rPr>
              <a:t> Define:</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Define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dùng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đặt</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tên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cho</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giá</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trị</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không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khái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niệm</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cục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bộ</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Ví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dụ</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457200">
              <a:lnSpc>
                <a:spcPct val="116000"/>
              </a:lnSpc>
              <a:spcAft>
                <a:spcPts val="800"/>
              </a:spcAft>
              <a:buNone/>
            </a:pPr>
            <a:r>
              <a:rPr lang="en-GB" sz="1800" b="1" dirty="0">
                <a:solidFill>
                  <a:srgbClr val="0070C0"/>
                </a:solidFill>
                <a:effectLst/>
                <a:latin typeface="Times New Roman" panose="02020603050405020304" pitchFamily="18" charset="0"/>
                <a:ea typeface="Times New Roman" panose="02020603050405020304" pitchFamily="18" charset="0"/>
                <a:cs typeface="Times New Roman" panose="02020603050405020304" pitchFamily="18" charset="0"/>
              </a:rPr>
              <a:t>#define</a:t>
            </a:r>
            <a:r>
              <a:rPr lang="en-GB" sz="1800" b="1"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 TAXRATE</a:t>
            </a:r>
            <a:r>
              <a:rPr lang="en-GB" sz="1800"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0.015</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Mỗi</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khi</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i="1"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TAXRATE</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sử</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thì</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sẽ</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compiler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sẽ</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thay</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thế</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i="1"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TAXRATE </a:t>
            </a:r>
            <a:r>
              <a:rPr lang="en-GB" sz="1800" i="1" dirty="0" err="1">
                <a:effectLst/>
                <a:latin typeface="Times New Roman" panose="02020603050405020304" pitchFamily="18" charset="0"/>
                <a:ea typeface="Times New Roman" panose="02020603050405020304" pitchFamily="18" charset="0"/>
                <a:cs typeface="Times New Roman" panose="02020603050405020304" pitchFamily="18" charset="0"/>
              </a:rPr>
              <a:t>thành</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i="1" dirty="0">
                <a:effectLst/>
                <a:latin typeface="Times New Roman" panose="02020603050405020304" pitchFamily="18" charset="0"/>
                <a:ea typeface="Times New Roman" panose="02020603050405020304" pitchFamily="18" charset="0"/>
                <a:cs typeface="Times New Roman" panose="02020603050405020304" pitchFamily="18" charset="0"/>
              </a:rPr>
              <a:t>0.015</a:t>
            </a:r>
            <a:r>
              <a:rPr lang="en-GB" sz="1800" i="1"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Khi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sử</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define</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không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dấu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bằng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gán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không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dùng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dấy</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chấm</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phẩy</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define</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thường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viết</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ở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đầu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chương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trình</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để</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nguồn</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file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dùng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chung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a:lnSpc>
                <a:spcPct val="116000"/>
              </a:lnSpc>
              <a:spcAft>
                <a:spcPts val="800"/>
              </a:spcAft>
              <a:buNone/>
            </a:pP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Nó</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cũng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dùng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cho</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chuỗi</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cs typeface="Times New Roman" panose="02020603050405020304" pitchFamily="18" charset="0"/>
              </a:rPr>
              <a:t>hằng</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457200">
              <a:lnSpc>
                <a:spcPct val="116000"/>
              </a:lnSpc>
              <a:spcAft>
                <a:spcPts val="800"/>
              </a:spcAft>
              <a:buNone/>
            </a:pPr>
            <a:r>
              <a:rPr lang="en-GB" sz="1800" b="1" dirty="0">
                <a:solidFill>
                  <a:srgbClr val="0070C0"/>
                </a:solidFill>
                <a:effectLst/>
                <a:latin typeface="Times New Roman" panose="02020603050405020304" pitchFamily="18" charset="0"/>
                <a:ea typeface="Times New Roman" panose="02020603050405020304" pitchFamily="18" charset="0"/>
                <a:cs typeface="Times New Roman" panose="02020603050405020304" pitchFamily="18" charset="0"/>
              </a:rPr>
              <a:t>#define</a:t>
            </a:r>
            <a:r>
              <a:rPr lang="en-GB" sz="1800" dirty="0">
                <a:solidFill>
                  <a:srgbClr val="0070C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BEEP</a:t>
            </a:r>
            <a:r>
              <a:rPr lang="en-GB" sz="1800"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'\a'</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457200">
              <a:lnSpc>
                <a:spcPct val="116000"/>
              </a:lnSpc>
              <a:spcAft>
                <a:spcPts val="800"/>
              </a:spcAft>
              <a:buNone/>
            </a:pPr>
            <a:r>
              <a:rPr lang="en-GB" sz="1800" b="1" dirty="0">
                <a:solidFill>
                  <a:srgbClr val="0070C0"/>
                </a:solidFill>
                <a:effectLst/>
                <a:latin typeface="Times New Roman" panose="02020603050405020304" pitchFamily="18" charset="0"/>
                <a:ea typeface="Times New Roman" panose="02020603050405020304" pitchFamily="18" charset="0"/>
                <a:cs typeface="Times New Roman" panose="02020603050405020304" pitchFamily="18" charset="0"/>
              </a:rPr>
              <a:t>#define</a:t>
            </a:r>
            <a:r>
              <a:rPr lang="en-GB" sz="1800" dirty="0">
                <a:solidFill>
                  <a:srgbClr val="0070C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TEE</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'T'</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a:p>
            <a:pPr marL="457200">
              <a:lnSpc>
                <a:spcPct val="116000"/>
              </a:lnSpc>
              <a:spcAft>
                <a:spcPts val="800"/>
              </a:spcAft>
              <a:buNone/>
            </a:pPr>
            <a:r>
              <a:rPr lang="en-GB" sz="1800" b="1" dirty="0">
                <a:solidFill>
                  <a:srgbClr val="0070C0"/>
                </a:solidFill>
                <a:effectLst/>
                <a:latin typeface="Times New Roman" panose="02020603050405020304" pitchFamily="18" charset="0"/>
                <a:ea typeface="Times New Roman" panose="02020603050405020304" pitchFamily="18" charset="0"/>
                <a:cs typeface="Times New Roman" panose="02020603050405020304" pitchFamily="18" charset="0"/>
              </a:rPr>
              <a:t>#define</a:t>
            </a:r>
            <a:r>
              <a:rPr lang="en-GB" sz="1800" dirty="0">
                <a:solidFill>
                  <a:srgbClr val="0070C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ESC</a:t>
            </a:r>
            <a:r>
              <a:rPr lang="en-GB"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GB" sz="1800" b="1" dirty="0">
                <a:effectLst/>
                <a:latin typeface="Times New Roman" panose="02020603050405020304" pitchFamily="18" charset="0"/>
                <a:ea typeface="Times New Roman" panose="02020603050405020304" pitchFamily="18" charset="0"/>
                <a:cs typeface="Times New Roman" panose="02020603050405020304" pitchFamily="18" charset="0"/>
              </a:rPr>
              <a:t>'\033'</a:t>
            </a:r>
            <a:endParaRPr lang="en-GB" sz="1600" dirty="0">
              <a:effectLst/>
              <a:latin typeface="Aptos" panose="020B000402020202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304893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F09A1-DF2D-CF69-1633-481DC270AFDF}"/>
            </a:ext>
          </a:extLst>
        </p:cNvPr>
        <p:cNvGrpSpPr/>
        <p:nvPr/>
      </p:nvGrpSpPr>
      <p:grpSpPr>
        <a:xfrm>
          <a:off x="0" y="0"/>
          <a:ext cx="0" cy="0"/>
          <a:chOff x="0" y="0"/>
          <a:chExt cx="0" cy="0"/>
        </a:xfrm>
      </p:grpSpPr>
      <p:sp>
        <p:nvSpPr>
          <p:cNvPr id="33" name="Title 28">
            <a:extLst>
              <a:ext uri="{FF2B5EF4-FFF2-40B4-BE49-F238E27FC236}">
                <a16:creationId xmlns:a16="http://schemas.microsoft.com/office/drawing/2014/main" id="{50DA25A5-8AA5-8B35-EB1D-9F9920C06CD0}"/>
              </a:ext>
            </a:extLst>
          </p:cNvPr>
          <p:cNvSpPr txBox="1">
            <a:spLocks/>
          </p:cNvSpPr>
          <p:nvPr/>
        </p:nvSpPr>
        <p:spPr>
          <a:xfrm>
            <a:off x="301029" y="200515"/>
            <a:ext cx="10513547" cy="511855"/>
          </a:xfrm>
          <a:prstGeom prst="rect">
            <a:avLst/>
          </a:prstGeom>
        </p:spPr>
        <p:txBody>
          <a:bodyPr anchor="b"/>
          <a:lstStyle>
            <a:lvl1pPr algn="ctr" defTabSz="1828343" rtl="0" eaLnBrk="1" latinLnBrk="0" hangingPunct="1">
              <a:lnSpc>
                <a:spcPct val="90000"/>
              </a:lnSpc>
              <a:spcBef>
                <a:spcPct val="0"/>
              </a:spcBef>
              <a:buNone/>
              <a:defRPr lang="en-US" sz="11997" kern="1200">
                <a:solidFill>
                  <a:srgbClr val="EE0033"/>
                </a:solidFill>
                <a:latin typeface="FS PF BeauSans Pro SemiBold" panose="02000503000000020004" pitchFamily="2" charset="0"/>
                <a:ea typeface="+mn-ea"/>
                <a:cs typeface="+mn-cs"/>
              </a:defRPr>
            </a:lvl1pPr>
          </a:lstStyle>
          <a:p>
            <a:pPr algn="l"/>
            <a:r>
              <a:rPr lang="en-GB" sz="2400">
                <a:latin typeface="FS PF BeauSans Pro" panose="02000500000000020004" pitchFamily="2" charset="0"/>
                <a:cs typeface="Sarabun" pitchFamily="2" charset="-34"/>
              </a:rPr>
              <a:t>II. </a:t>
            </a:r>
            <a:r>
              <a:rPr lang="en-GB" sz="2400" dirty="0">
                <a:latin typeface="FS PF BeauSans Pro" panose="02000500000000020004" pitchFamily="2" charset="0"/>
                <a:cs typeface="Sarabun" pitchFamily="2" charset="-34"/>
              </a:rPr>
              <a:t>INCIDIDUNT SUNT OCCAECAT SUNT</a:t>
            </a:r>
          </a:p>
        </p:txBody>
      </p:sp>
      <p:sp>
        <p:nvSpPr>
          <p:cNvPr id="34" name="Text Placeholder 29">
            <a:extLst>
              <a:ext uri="{FF2B5EF4-FFF2-40B4-BE49-F238E27FC236}">
                <a16:creationId xmlns:a16="http://schemas.microsoft.com/office/drawing/2014/main" id="{39A905D6-8505-5A49-B91B-9761ACBF4042}"/>
              </a:ext>
            </a:extLst>
          </p:cNvPr>
          <p:cNvSpPr txBox="1">
            <a:spLocks/>
          </p:cNvSpPr>
          <p:nvPr/>
        </p:nvSpPr>
        <p:spPr>
          <a:xfrm>
            <a:off x="602781" y="796424"/>
            <a:ext cx="10513547" cy="365125"/>
          </a:xfrm>
          <a:prstGeom prst="rect">
            <a:avLst/>
          </a:prstGeom>
        </p:spPr>
        <p:txBody>
          <a:bodyPr/>
          <a:lstStyle>
            <a:lvl1pPr marL="0" marR="0" indent="0" algn="l" defTabSz="1828343" rtl="0" eaLnBrk="1" fontAlgn="auto" latinLnBrk="0" hangingPunct="1">
              <a:lnSpc>
                <a:spcPct val="90000"/>
              </a:lnSpc>
              <a:spcBef>
                <a:spcPts val="2000"/>
              </a:spcBef>
              <a:spcAft>
                <a:spcPts val="0"/>
              </a:spcAft>
              <a:buClrTx/>
              <a:buSzTx/>
              <a:buFont typeface="Arial" panose="020B0604020202020204" pitchFamily="34" charset="0"/>
              <a:buNone/>
              <a:tabLst/>
              <a:defRPr lang="en-US" sz="3599" kern="1200" dirty="0">
                <a:solidFill>
                  <a:schemeClr val="tx1"/>
                </a:solidFill>
                <a:latin typeface="FS PF BeauSans Pro" panose="02000500000000020004" pitchFamily="2" charset="0"/>
                <a:ea typeface="+mn-ea"/>
                <a:cs typeface="+mn-cs"/>
              </a:defRPr>
            </a:lvl1pPr>
            <a:lvl2pPr marL="1371257"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2pPr>
            <a:lvl3pPr marL="2285429"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3pPr>
            <a:lvl4pPr marL="3199600"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4pPr>
            <a:lvl5pPr marL="4113771"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5pPr>
            <a:lvl6pPr marL="5027943"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6pPr>
            <a:lvl7pPr marL="5942114"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7pPr>
            <a:lvl8pPr marL="6856286"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8pPr>
            <a:lvl9pPr marL="7770457"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9pPr>
          </a:lstStyle>
          <a:p>
            <a:r>
              <a:rPr lang="vi-VN" sz="1600" b="1"/>
              <a:t> </a:t>
            </a:r>
            <a:r>
              <a:rPr lang="en-US" sz="2000" b="1"/>
              <a:t>1. </a:t>
            </a:r>
            <a:r>
              <a:rPr lang="en-GB" sz="2000" dirty="0">
                <a:cs typeface="Sarabun" pitchFamily="2" charset="-34"/>
              </a:rPr>
              <a:t>INCIDIDUNT SUNT OCCAECAT SUNT</a:t>
            </a:r>
            <a:endParaRPr lang="vi-VN" sz="2000">
              <a:cs typeface="Sarabun" pitchFamily="2" charset="-34"/>
            </a:endParaRPr>
          </a:p>
        </p:txBody>
      </p:sp>
      <p:sp>
        <p:nvSpPr>
          <p:cNvPr id="2" name="TextBox 1">
            <a:extLst>
              <a:ext uri="{FF2B5EF4-FFF2-40B4-BE49-F238E27FC236}">
                <a16:creationId xmlns:a16="http://schemas.microsoft.com/office/drawing/2014/main" id="{76E32171-ED2E-B3F2-7391-22202D9C2AE4}"/>
              </a:ext>
            </a:extLst>
          </p:cNvPr>
          <p:cNvSpPr txBox="1"/>
          <p:nvPr/>
        </p:nvSpPr>
        <p:spPr>
          <a:xfrm>
            <a:off x="820366" y="1271081"/>
            <a:ext cx="10551268" cy="1547090"/>
          </a:xfrm>
          <a:prstGeom prst="rect">
            <a:avLst/>
          </a:prstGeom>
          <a:noFill/>
        </p:spPr>
        <p:txBody>
          <a:bodyPr wrap="square" rtlCol="0">
            <a:spAutoFit/>
          </a:bodyPr>
          <a:lstStyle/>
          <a:p>
            <a:pPr>
              <a:lnSpc>
                <a:spcPct val="120000"/>
              </a:lnSpc>
            </a:pPr>
            <a:r>
              <a:rPr lang="en-GB" sz="1600">
                <a:latin typeface="Roboto" panose="02000000000000000000" pitchFamily="2" charset="0"/>
                <a:ea typeface="Roboto" panose="02000000000000000000" pitchFamily="2" charset="0"/>
              </a:rPr>
              <a:t>Dolore officia eiusmod cillum incididunt nostrud ut ut. Deserunt pariatur proident dolore excepteur et do ad cillum dolore Lorem laborum ad nisi. Nulla consequat in exercitation commodo aute exercitation proident ullamco laborum eu nisi velit in dolor velit eu velit elit id. Sint exercitation cillum exercitation duis commodo elit commodo quis irure ut et do ullamco. Aliqua officia sint duis cupidatat non amet non qui ad cupidatat ad sunt incididunt qui adipisicing.</a:t>
            </a:r>
          </a:p>
        </p:txBody>
      </p:sp>
      <p:grpSp>
        <p:nvGrpSpPr>
          <p:cNvPr id="3" name="Group 2">
            <a:extLst>
              <a:ext uri="{FF2B5EF4-FFF2-40B4-BE49-F238E27FC236}">
                <a16:creationId xmlns:a16="http://schemas.microsoft.com/office/drawing/2014/main" id="{E162ACEA-4BBE-018A-C823-DF459F9490D7}"/>
              </a:ext>
            </a:extLst>
          </p:cNvPr>
          <p:cNvGrpSpPr/>
          <p:nvPr/>
        </p:nvGrpSpPr>
        <p:grpSpPr>
          <a:xfrm>
            <a:off x="3117191" y="2818171"/>
            <a:ext cx="5957618" cy="3136859"/>
            <a:chOff x="1774839" y="2197258"/>
            <a:chExt cx="20659707" cy="10877936"/>
          </a:xfrm>
        </p:grpSpPr>
        <p:sp>
          <p:nvSpPr>
            <p:cNvPr id="4" name="Pentagon 3">
              <a:extLst>
                <a:ext uri="{FF2B5EF4-FFF2-40B4-BE49-F238E27FC236}">
                  <a16:creationId xmlns:a16="http://schemas.microsoft.com/office/drawing/2014/main" id="{4467FFB8-B653-1ED8-ED02-7EE7EE25B8D8}"/>
                </a:ext>
              </a:extLst>
            </p:cNvPr>
            <p:cNvSpPr/>
            <p:nvPr/>
          </p:nvSpPr>
          <p:spPr>
            <a:xfrm>
              <a:off x="13149465" y="5435117"/>
              <a:ext cx="9285081" cy="2237397"/>
            </a:xfrm>
            <a:prstGeom prst="homePlat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6398" dirty="0">
                <a:latin typeface="Sarabun" pitchFamily="2" charset="-34"/>
              </a:endParaRPr>
            </a:p>
          </p:txBody>
        </p:sp>
        <p:sp>
          <p:nvSpPr>
            <p:cNvPr id="5" name="Pentagon 4">
              <a:extLst>
                <a:ext uri="{FF2B5EF4-FFF2-40B4-BE49-F238E27FC236}">
                  <a16:creationId xmlns:a16="http://schemas.microsoft.com/office/drawing/2014/main" id="{6C0800B2-3EB0-E734-5403-9A78D987A170}"/>
                </a:ext>
              </a:extLst>
            </p:cNvPr>
            <p:cNvSpPr/>
            <p:nvPr/>
          </p:nvSpPr>
          <p:spPr>
            <a:xfrm>
              <a:off x="13175416" y="7671450"/>
              <a:ext cx="9257862" cy="2198025"/>
            </a:xfrm>
            <a:prstGeom prst="homePlat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6398" dirty="0">
                <a:latin typeface="Sarabun" pitchFamily="2" charset="-34"/>
              </a:endParaRPr>
            </a:p>
          </p:txBody>
        </p:sp>
        <p:sp>
          <p:nvSpPr>
            <p:cNvPr id="6" name="Pentagon 5">
              <a:extLst>
                <a:ext uri="{FF2B5EF4-FFF2-40B4-BE49-F238E27FC236}">
                  <a16:creationId xmlns:a16="http://schemas.microsoft.com/office/drawing/2014/main" id="{9ECDBE1B-1628-A930-D67A-2E4F4BF73E5B}"/>
                </a:ext>
              </a:extLst>
            </p:cNvPr>
            <p:cNvSpPr/>
            <p:nvPr/>
          </p:nvSpPr>
          <p:spPr>
            <a:xfrm>
              <a:off x="13175415" y="9867137"/>
              <a:ext cx="9257865" cy="2148302"/>
            </a:xfrm>
            <a:prstGeom prst="homePlat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6398" dirty="0">
                <a:latin typeface="Sarabun" pitchFamily="2" charset="-34"/>
              </a:endParaRPr>
            </a:p>
          </p:txBody>
        </p:sp>
        <p:sp>
          <p:nvSpPr>
            <p:cNvPr id="7" name="Pentagon 6">
              <a:extLst>
                <a:ext uri="{FF2B5EF4-FFF2-40B4-BE49-F238E27FC236}">
                  <a16:creationId xmlns:a16="http://schemas.microsoft.com/office/drawing/2014/main" id="{C4898BDA-78EF-3979-7337-4250A9592408}"/>
                </a:ext>
              </a:extLst>
            </p:cNvPr>
            <p:cNvSpPr/>
            <p:nvPr/>
          </p:nvSpPr>
          <p:spPr>
            <a:xfrm>
              <a:off x="13175418" y="3248782"/>
              <a:ext cx="9257861" cy="2198025"/>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6398" dirty="0">
                <a:latin typeface="Sarabun" pitchFamily="2" charset="-34"/>
              </a:endParaRPr>
            </a:p>
          </p:txBody>
        </p:sp>
        <p:sp>
          <p:nvSpPr>
            <p:cNvPr id="8" name="Rectangle 7">
              <a:extLst>
                <a:ext uri="{FF2B5EF4-FFF2-40B4-BE49-F238E27FC236}">
                  <a16:creationId xmlns:a16="http://schemas.microsoft.com/office/drawing/2014/main" id="{BA1475F0-0BA0-5F09-E50B-86D6799CB4AB}"/>
                </a:ext>
              </a:extLst>
            </p:cNvPr>
            <p:cNvSpPr/>
            <p:nvPr/>
          </p:nvSpPr>
          <p:spPr>
            <a:xfrm>
              <a:off x="7129966" y="6291087"/>
              <a:ext cx="4794970" cy="138557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6398" dirty="0">
                <a:latin typeface="Sarabun" pitchFamily="2" charset="-34"/>
              </a:endParaRPr>
            </a:p>
          </p:txBody>
        </p:sp>
        <p:sp>
          <p:nvSpPr>
            <p:cNvPr id="9" name="Rectangle 8">
              <a:extLst>
                <a:ext uri="{FF2B5EF4-FFF2-40B4-BE49-F238E27FC236}">
                  <a16:creationId xmlns:a16="http://schemas.microsoft.com/office/drawing/2014/main" id="{392EF005-4BD1-1471-004C-92ECE38BE2C3}"/>
                </a:ext>
              </a:extLst>
            </p:cNvPr>
            <p:cNvSpPr/>
            <p:nvPr/>
          </p:nvSpPr>
          <p:spPr>
            <a:xfrm>
              <a:off x="7139140" y="7676658"/>
              <a:ext cx="4785796" cy="134961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6398" dirty="0">
                <a:latin typeface="Sarabun" pitchFamily="2" charset="-34"/>
              </a:endParaRPr>
            </a:p>
          </p:txBody>
        </p:sp>
        <p:sp>
          <p:nvSpPr>
            <p:cNvPr id="10" name="Rectangle 9">
              <a:extLst>
                <a:ext uri="{FF2B5EF4-FFF2-40B4-BE49-F238E27FC236}">
                  <a16:creationId xmlns:a16="http://schemas.microsoft.com/office/drawing/2014/main" id="{45019196-A4EE-CBBB-597D-805143CAAEEA}"/>
                </a:ext>
              </a:extLst>
            </p:cNvPr>
            <p:cNvSpPr/>
            <p:nvPr/>
          </p:nvSpPr>
          <p:spPr>
            <a:xfrm>
              <a:off x="7132681" y="9026272"/>
              <a:ext cx="4850576" cy="142698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6398" dirty="0">
                <a:latin typeface="Sarabun" pitchFamily="2" charset="-34"/>
              </a:endParaRPr>
            </a:p>
          </p:txBody>
        </p:sp>
        <p:sp>
          <p:nvSpPr>
            <p:cNvPr id="11" name="Rectangle 10">
              <a:extLst>
                <a:ext uri="{FF2B5EF4-FFF2-40B4-BE49-F238E27FC236}">
                  <a16:creationId xmlns:a16="http://schemas.microsoft.com/office/drawing/2014/main" id="{A6E8AC74-1AFE-F9C6-B11F-CFE46718365F}"/>
                </a:ext>
              </a:extLst>
            </p:cNvPr>
            <p:cNvSpPr/>
            <p:nvPr/>
          </p:nvSpPr>
          <p:spPr>
            <a:xfrm>
              <a:off x="7078480" y="4842416"/>
              <a:ext cx="4964821" cy="1452813"/>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6398" dirty="0">
                <a:latin typeface="Sarabun" pitchFamily="2" charset="-34"/>
              </a:endParaRPr>
            </a:p>
          </p:txBody>
        </p:sp>
        <p:grpSp>
          <p:nvGrpSpPr>
            <p:cNvPr id="12" name="Group 11">
              <a:extLst>
                <a:ext uri="{FF2B5EF4-FFF2-40B4-BE49-F238E27FC236}">
                  <a16:creationId xmlns:a16="http://schemas.microsoft.com/office/drawing/2014/main" id="{3B0CA608-1B5F-C5D1-81BC-058D972D85F0}"/>
                </a:ext>
              </a:extLst>
            </p:cNvPr>
            <p:cNvGrpSpPr/>
            <p:nvPr/>
          </p:nvGrpSpPr>
          <p:grpSpPr>
            <a:xfrm>
              <a:off x="11924935" y="3246442"/>
              <a:ext cx="1250480" cy="4430215"/>
              <a:chOff x="413581" y="698501"/>
              <a:chExt cx="556244" cy="1970670"/>
            </a:xfrm>
          </p:grpSpPr>
          <p:sp>
            <p:nvSpPr>
              <p:cNvPr id="36" name="Freeform 35">
                <a:extLst>
                  <a:ext uri="{FF2B5EF4-FFF2-40B4-BE49-F238E27FC236}">
                    <a16:creationId xmlns:a16="http://schemas.microsoft.com/office/drawing/2014/main" id="{7921B180-96CB-973A-A842-BA2AC311A645}"/>
                  </a:ext>
                </a:extLst>
              </p:cNvPr>
              <p:cNvSpPr/>
              <p:nvPr/>
            </p:nvSpPr>
            <p:spPr>
              <a:xfrm>
                <a:off x="413845" y="698501"/>
                <a:ext cx="555980" cy="1354334"/>
              </a:xfrm>
              <a:custGeom>
                <a:avLst/>
                <a:gdLst>
                  <a:gd name="connsiteX0" fmla="*/ 555980 w 555980"/>
                  <a:gd name="connsiteY0" fmla="*/ 0 h 1354334"/>
                  <a:gd name="connsiteX1" fmla="*/ 555980 w 555980"/>
                  <a:gd name="connsiteY1" fmla="*/ 968242 h 1354334"/>
                  <a:gd name="connsiteX2" fmla="*/ 0 w 555980"/>
                  <a:gd name="connsiteY2" fmla="*/ 1354334 h 1354334"/>
                  <a:gd name="connsiteX3" fmla="*/ 737 w 555980"/>
                  <a:gd name="connsiteY3" fmla="*/ 709226 h 1354334"/>
                  <a:gd name="connsiteX4" fmla="*/ 555980 w 555980"/>
                  <a:gd name="connsiteY4" fmla="*/ 0 h 1354334"/>
                  <a:gd name="connsiteX0" fmla="*/ 555980 w 555980"/>
                  <a:gd name="connsiteY0" fmla="*/ 0 h 1354334"/>
                  <a:gd name="connsiteX1" fmla="*/ 555980 w 555980"/>
                  <a:gd name="connsiteY1" fmla="*/ 976179 h 1354334"/>
                  <a:gd name="connsiteX2" fmla="*/ 0 w 555980"/>
                  <a:gd name="connsiteY2" fmla="*/ 1354334 h 1354334"/>
                  <a:gd name="connsiteX3" fmla="*/ 737 w 555980"/>
                  <a:gd name="connsiteY3" fmla="*/ 709226 h 1354334"/>
                  <a:gd name="connsiteX4" fmla="*/ 555980 w 555980"/>
                  <a:gd name="connsiteY4" fmla="*/ 0 h 13543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5980" h="1354334">
                    <a:moveTo>
                      <a:pt x="555980" y="0"/>
                    </a:moveTo>
                    <a:lnTo>
                      <a:pt x="555980" y="976179"/>
                    </a:lnTo>
                    <a:lnTo>
                      <a:pt x="0" y="1354334"/>
                    </a:lnTo>
                    <a:cubicBezTo>
                      <a:pt x="246" y="1139298"/>
                      <a:pt x="491" y="924262"/>
                      <a:pt x="737" y="709226"/>
                    </a:cubicBezTo>
                    <a:lnTo>
                      <a:pt x="555980" y="0"/>
                    </a:lnTo>
                    <a:close/>
                  </a:path>
                </a:pathLst>
              </a:cu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6398" dirty="0">
                  <a:latin typeface="Sarabun" pitchFamily="2" charset="-34"/>
                </a:endParaRPr>
              </a:p>
            </p:txBody>
          </p:sp>
          <p:sp>
            <p:nvSpPr>
              <p:cNvPr id="37" name="Freeform 36">
                <a:extLst>
                  <a:ext uri="{FF2B5EF4-FFF2-40B4-BE49-F238E27FC236}">
                    <a16:creationId xmlns:a16="http://schemas.microsoft.com/office/drawing/2014/main" id="{E37659F9-38FF-AA6B-2B52-BF0BA18B966A}"/>
                  </a:ext>
                </a:extLst>
              </p:cNvPr>
              <p:cNvSpPr/>
              <p:nvPr/>
            </p:nvSpPr>
            <p:spPr>
              <a:xfrm>
                <a:off x="413581" y="1673921"/>
                <a:ext cx="556244" cy="995250"/>
              </a:xfrm>
              <a:custGeom>
                <a:avLst/>
                <a:gdLst>
                  <a:gd name="connsiteX0" fmla="*/ 556244 w 556244"/>
                  <a:gd name="connsiteY0" fmla="*/ 0 h 995250"/>
                  <a:gd name="connsiteX1" fmla="*/ 556244 w 556244"/>
                  <a:gd name="connsiteY1" fmla="*/ 148222 h 995250"/>
                  <a:gd name="connsiteX2" fmla="*/ 556244 w 556244"/>
                  <a:gd name="connsiteY2" fmla="*/ 847028 h 995250"/>
                  <a:gd name="connsiteX3" fmla="*/ 556244 w 556244"/>
                  <a:gd name="connsiteY3" fmla="*/ 995250 h 995250"/>
                  <a:gd name="connsiteX4" fmla="*/ 0 w 556244"/>
                  <a:gd name="connsiteY4" fmla="*/ 995250 h 995250"/>
                  <a:gd name="connsiteX5" fmla="*/ 317 w 556244"/>
                  <a:gd name="connsiteY5" fmla="*/ 847028 h 995250"/>
                  <a:gd name="connsiteX6" fmla="*/ 0 w 556244"/>
                  <a:gd name="connsiteY6" fmla="*/ 847028 h 995250"/>
                  <a:gd name="connsiteX7" fmla="*/ 1001 w 556244"/>
                  <a:gd name="connsiteY7" fmla="*/ 378960 h 9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6244" h="995250">
                    <a:moveTo>
                      <a:pt x="556244" y="0"/>
                    </a:moveTo>
                    <a:lnTo>
                      <a:pt x="556244" y="148222"/>
                    </a:lnTo>
                    <a:lnTo>
                      <a:pt x="556244" y="847028"/>
                    </a:lnTo>
                    <a:lnTo>
                      <a:pt x="556244" y="995250"/>
                    </a:lnTo>
                    <a:lnTo>
                      <a:pt x="0" y="995250"/>
                    </a:lnTo>
                    <a:lnTo>
                      <a:pt x="317" y="847028"/>
                    </a:lnTo>
                    <a:lnTo>
                      <a:pt x="0" y="847028"/>
                    </a:lnTo>
                    <a:lnTo>
                      <a:pt x="1001" y="378960"/>
                    </a:lnTo>
                    <a:close/>
                  </a:path>
                </a:pathLst>
              </a:cu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6398" dirty="0">
                  <a:latin typeface="Sarabun" pitchFamily="2" charset="-34"/>
                </a:endParaRPr>
              </a:p>
            </p:txBody>
          </p:sp>
        </p:grpSp>
        <p:sp>
          <p:nvSpPr>
            <p:cNvPr id="13" name="Freeform 12">
              <a:extLst>
                <a:ext uri="{FF2B5EF4-FFF2-40B4-BE49-F238E27FC236}">
                  <a16:creationId xmlns:a16="http://schemas.microsoft.com/office/drawing/2014/main" id="{CB11BBC4-8655-694B-3E83-721C4010D522}"/>
                </a:ext>
              </a:extLst>
            </p:cNvPr>
            <p:cNvSpPr/>
            <p:nvPr/>
          </p:nvSpPr>
          <p:spPr>
            <a:xfrm flipV="1">
              <a:off x="11925524" y="9026271"/>
              <a:ext cx="1249887" cy="2989162"/>
            </a:xfrm>
            <a:custGeom>
              <a:avLst/>
              <a:gdLst>
                <a:gd name="connsiteX0" fmla="*/ 555980 w 555980"/>
                <a:gd name="connsiteY0" fmla="*/ 0 h 1354334"/>
                <a:gd name="connsiteX1" fmla="*/ 555980 w 555980"/>
                <a:gd name="connsiteY1" fmla="*/ 968242 h 1354334"/>
                <a:gd name="connsiteX2" fmla="*/ 0 w 555980"/>
                <a:gd name="connsiteY2" fmla="*/ 1354334 h 1354334"/>
                <a:gd name="connsiteX3" fmla="*/ 737 w 555980"/>
                <a:gd name="connsiteY3" fmla="*/ 709226 h 1354334"/>
                <a:gd name="connsiteX4" fmla="*/ 555980 w 555980"/>
                <a:gd name="connsiteY4" fmla="*/ 0 h 1354334"/>
                <a:gd name="connsiteX0" fmla="*/ 555980 w 555980"/>
                <a:gd name="connsiteY0" fmla="*/ 0 h 1354334"/>
                <a:gd name="connsiteX1" fmla="*/ 555980 w 555980"/>
                <a:gd name="connsiteY1" fmla="*/ 976179 h 1354334"/>
                <a:gd name="connsiteX2" fmla="*/ 0 w 555980"/>
                <a:gd name="connsiteY2" fmla="*/ 1354334 h 1354334"/>
                <a:gd name="connsiteX3" fmla="*/ 737 w 555980"/>
                <a:gd name="connsiteY3" fmla="*/ 709226 h 1354334"/>
                <a:gd name="connsiteX4" fmla="*/ 555980 w 555980"/>
                <a:gd name="connsiteY4" fmla="*/ 0 h 13543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5980" h="1354334">
                  <a:moveTo>
                    <a:pt x="555980" y="0"/>
                  </a:moveTo>
                  <a:lnTo>
                    <a:pt x="555980" y="976179"/>
                  </a:lnTo>
                  <a:lnTo>
                    <a:pt x="0" y="1354334"/>
                  </a:lnTo>
                  <a:cubicBezTo>
                    <a:pt x="246" y="1139298"/>
                    <a:pt x="491" y="924262"/>
                    <a:pt x="737" y="709226"/>
                  </a:cubicBezTo>
                  <a:lnTo>
                    <a:pt x="555980" y="0"/>
                  </a:lnTo>
                  <a:close/>
                </a:path>
              </a:pathLst>
            </a:cu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6398" dirty="0">
                <a:latin typeface="Sarabun" pitchFamily="2" charset="-34"/>
              </a:endParaRPr>
            </a:p>
          </p:txBody>
        </p:sp>
        <p:sp>
          <p:nvSpPr>
            <p:cNvPr id="14" name="Freeform 13">
              <a:extLst>
                <a:ext uri="{FF2B5EF4-FFF2-40B4-BE49-F238E27FC236}">
                  <a16:creationId xmlns:a16="http://schemas.microsoft.com/office/drawing/2014/main" id="{32331C28-E3AC-404C-B681-C367193EF062}"/>
                </a:ext>
              </a:extLst>
            </p:cNvPr>
            <p:cNvSpPr/>
            <p:nvPr/>
          </p:nvSpPr>
          <p:spPr>
            <a:xfrm flipV="1">
              <a:off x="11924931" y="7676662"/>
              <a:ext cx="1250480" cy="2196623"/>
            </a:xfrm>
            <a:custGeom>
              <a:avLst/>
              <a:gdLst>
                <a:gd name="connsiteX0" fmla="*/ 556244 w 556244"/>
                <a:gd name="connsiteY0" fmla="*/ 0 h 995250"/>
                <a:gd name="connsiteX1" fmla="*/ 556244 w 556244"/>
                <a:gd name="connsiteY1" fmla="*/ 148222 h 995250"/>
                <a:gd name="connsiteX2" fmla="*/ 556244 w 556244"/>
                <a:gd name="connsiteY2" fmla="*/ 847028 h 995250"/>
                <a:gd name="connsiteX3" fmla="*/ 556244 w 556244"/>
                <a:gd name="connsiteY3" fmla="*/ 995250 h 995250"/>
                <a:gd name="connsiteX4" fmla="*/ 0 w 556244"/>
                <a:gd name="connsiteY4" fmla="*/ 995250 h 995250"/>
                <a:gd name="connsiteX5" fmla="*/ 317 w 556244"/>
                <a:gd name="connsiteY5" fmla="*/ 847028 h 995250"/>
                <a:gd name="connsiteX6" fmla="*/ 0 w 556244"/>
                <a:gd name="connsiteY6" fmla="*/ 847028 h 995250"/>
                <a:gd name="connsiteX7" fmla="*/ 1001 w 556244"/>
                <a:gd name="connsiteY7" fmla="*/ 378960 h 9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6244" h="995250">
                  <a:moveTo>
                    <a:pt x="556244" y="0"/>
                  </a:moveTo>
                  <a:lnTo>
                    <a:pt x="556244" y="148222"/>
                  </a:lnTo>
                  <a:lnTo>
                    <a:pt x="556244" y="847028"/>
                  </a:lnTo>
                  <a:lnTo>
                    <a:pt x="556244" y="995250"/>
                  </a:lnTo>
                  <a:lnTo>
                    <a:pt x="0" y="995250"/>
                  </a:lnTo>
                  <a:lnTo>
                    <a:pt x="317" y="847028"/>
                  </a:lnTo>
                  <a:lnTo>
                    <a:pt x="0" y="847028"/>
                  </a:lnTo>
                  <a:lnTo>
                    <a:pt x="1001" y="378960"/>
                  </a:lnTo>
                  <a:close/>
                </a:path>
              </a:pathLst>
            </a:custGeom>
            <a:solidFill>
              <a:schemeClr val="accent3">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6398" dirty="0">
                <a:latin typeface="Sarabun" pitchFamily="2" charset="-34"/>
              </a:endParaRPr>
            </a:p>
          </p:txBody>
        </p:sp>
        <p:sp>
          <p:nvSpPr>
            <p:cNvPr id="15" name="Freeform 14">
              <a:extLst>
                <a:ext uri="{FF2B5EF4-FFF2-40B4-BE49-F238E27FC236}">
                  <a16:creationId xmlns:a16="http://schemas.microsoft.com/office/drawing/2014/main" id="{62B57BFC-CCC0-3575-944C-499E2A25FF41}"/>
                </a:ext>
              </a:extLst>
            </p:cNvPr>
            <p:cNvSpPr>
              <a:spLocks noChangeArrowheads="1"/>
            </p:cNvSpPr>
            <p:nvPr/>
          </p:nvSpPr>
          <p:spPr bwMode="auto">
            <a:xfrm>
              <a:off x="4197492" y="4698026"/>
              <a:ext cx="5877369" cy="5877367"/>
            </a:xfrm>
            <a:custGeom>
              <a:avLst/>
              <a:gdLst>
                <a:gd name="T0" fmla="*/ 5571 w 11134"/>
                <a:gd name="T1" fmla="*/ 11132 h 11134"/>
                <a:gd name="T2" fmla="*/ 5571 w 11134"/>
                <a:gd name="T3" fmla="*/ 11132 h 11134"/>
                <a:gd name="T4" fmla="*/ 11131 w 11134"/>
                <a:gd name="T5" fmla="*/ 5563 h 11134"/>
                <a:gd name="T6" fmla="*/ 11131 w 11134"/>
                <a:gd name="T7" fmla="*/ 5563 h 11134"/>
                <a:gd name="T8" fmla="*/ 5563 w 11134"/>
                <a:gd name="T9" fmla="*/ 3 h 11134"/>
                <a:gd name="T10" fmla="*/ 5563 w 11134"/>
                <a:gd name="T11" fmla="*/ 3 h 11134"/>
                <a:gd name="T12" fmla="*/ 2 w 11134"/>
                <a:gd name="T13" fmla="*/ 5571 h 11134"/>
                <a:gd name="T14" fmla="*/ 2 w 11134"/>
                <a:gd name="T15" fmla="*/ 5571 h 11134"/>
                <a:gd name="T16" fmla="*/ 5571 w 11134"/>
                <a:gd name="T17" fmla="*/ 11132 h 11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134" h="11134">
                  <a:moveTo>
                    <a:pt x="5571" y="11132"/>
                  </a:moveTo>
                  <a:lnTo>
                    <a:pt x="5571" y="11132"/>
                  </a:lnTo>
                  <a:cubicBezTo>
                    <a:pt x="8644" y="11128"/>
                    <a:pt x="11133" y="8636"/>
                    <a:pt x="11131" y="5563"/>
                  </a:cubicBezTo>
                  <a:lnTo>
                    <a:pt x="11131" y="5563"/>
                  </a:lnTo>
                  <a:cubicBezTo>
                    <a:pt x="11129" y="2489"/>
                    <a:pt x="8635" y="0"/>
                    <a:pt x="5563" y="3"/>
                  </a:cubicBezTo>
                  <a:lnTo>
                    <a:pt x="5563" y="3"/>
                  </a:lnTo>
                  <a:cubicBezTo>
                    <a:pt x="2491" y="5"/>
                    <a:pt x="0" y="2498"/>
                    <a:pt x="2" y="5571"/>
                  </a:cubicBezTo>
                  <a:lnTo>
                    <a:pt x="2" y="5571"/>
                  </a:lnTo>
                  <a:cubicBezTo>
                    <a:pt x="4" y="8644"/>
                    <a:pt x="2498" y="11133"/>
                    <a:pt x="5571" y="11132"/>
                  </a:cubicBezTo>
                </a:path>
              </a:pathLst>
            </a:custGeom>
            <a:solidFill>
              <a:schemeClr val="bg1"/>
            </a:solidFill>
            <a:ln>
              <a:noFill/>
            </a:ln>
            <a:effectLst/>
          </p:spPr>
          <p:txBody>
            <a:bodyPr wrap="none" anchor="ctr"/>
            <a:lstStyle/>
            <a:p>
              <a:endParaRPr lang="en-US" sz="6532" dirty="0">
                <a:latin typeface="Sarabun" pitchFamily="2" charset="-34"/>
              </a:endParaRPr>
            </a:p>
          </p:txBody>
        </p:sp>
        <p:sp>
          <p:nvSpPr>
            <p:cNvPr id="16" name="Freeform 15">
              <a:extLst>
                <a:ext uri="{FF2B5EF4-FFF2-40B4-BE49-F238E27FC236}">
                  <a16:creationId xmlns:a16="http://schemas.microsoft.com/office/drawing/2014/main" id="{E43F0B7C-8AEB-6820-5A2D-3327199CEBF7}"/>
                </a:ext>
              </a:extLst>
            </p:cNvPr>
            <p:cNvSpPr>
              <a:spLocks noChangeArrowheads="1"/>
            </p:cNvSpPr>
            <p:nvPr/>
          </p:nvSpPr>
          <p:spPr bwMode="auto">
            <a:xfrm>
              <a:off x="7132683" y="4278519"/>
              <a:ext cx="3359047" cy="6715546"/>
            </a:xfrm>
            <a:custGeom>
              <a:avLst/>
              <a:gdLst>
                <a:gd name="connsiteX0" fmla="*/ 2882 w 4156546"/>
                <a:gd name="connsiteY0" fmla="*/ 3371527 h 8309941"/>
                <a:gd name="connsiteX1" fmla="*/ 785018 w 4156546"/>
                <a:gd name="connsiteY1" fmla="*/ 4150918 h 8309941"/>
                <a:gd name="connsiteX2" fmla="*/ 3535 w 4156546"/>
                <a:gd name="connsiteY2" fmla="*/ 4934226 h 8309941"/>
                <a:gd name="connsiteX3" fmla="*/ 2 w 4156546"/>
                <a:gd name="connsiteY3" fmla="*/ 1695844 h 8309941"/>
                <a:gd name="connsiteX4" fmla="*/ 2461354 w 4156546"/>
                <a:gd name="connsiteY4" fmla="*/ 4153009 h 8309941"/>
                <a:gd name="connsiteX5" fmla="*/ 3268 w 4156546"/>
                <a:gd name="connsiteY5" fmla="*/ 6613440 h 8309941"/>
                <a:gd name="connsiteX6" fmla="*/ 2615 w 4156546"/>
                <a:gd name="connsiteY6" fmla="*/ 5668729 h 8309941"/>
                <a:gd name="connsiteX7" fmla="*/ 1516791 w 4156546"/>
                <a:gd name="connsiteY7" fmla="*/ 4153663 h 8309941"/>
                <a:gd name="connsiteX8" fmla="*/ 655 w 4156546"/>
                <a:gd name="connsiteY8" fmla="*/ 2639249 h 8309941"/>
                <a:gd name="connsiteX9" fmla="*/ 0 w 4156546"/>
                <a:gd name="connsiteY9" fmla="*/ 1 h 8309941"/>
                <a:gd name="connsiteX10" fmla="*/ 4156545 w 4156546"/>
                <a:gd name="connsiteY10" fmla="*/ 4152031 h 8309941"/>
                <a:gd name="connsiteX11" fmla="*/ 5877 w 4156546"/>
                <a:gd name="connsiteY11" fmla="*/ 8309941 h 8309941"/>
                <a:gd name="connsiteX12" fmla="*/ 4571 w 4156546"/>
                <a:gd name="connsiteY12" fmla="*/ 7365348 h 8309941"/>
                <a:gd name="connsiteX13" fmla="*/ 3212914 w 4156546"/>
                <a:gd name="connsiteY13" fmla="*/ 4153338 h 8309941"/>
                <a:gd name="connsiteX14" fmla="*/ 0 w 4156546"/>
                <a:gd name="connsiteY14" fmla="*/ 943288 h 8309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156546" h="8309941">
                  <a:moveTo>
                    <a:pt x="2882" y="3371527"/>
                  </a:moveTo>
                  <a:cubicBezTo>
                    <a:pt x="435081" y="3370874"/>
                    <a:pt x="784365" y="3719446"/>
                    <a:pt x="785018" y="4150918"/>
                  </a:cubicBezTo>
                  <a:cubicBezTo>
                    <a:pt x="785671" y="4583043"/>
                    <a:pt x="436387" y="4934226"/>
                    <a:pt x="3535" y="4934226"/>
                  </a:cubicBezTo>
                  <a:close/>
                  <a:moveTo>
                    <a:pt x="2" y="1695844"/>
                  </a:moveTo>
                  <a:cubicBezTo>
                    <a:pt x="1355444" y="1694538"/>
                    <a:pt x="2460701" y="2796701"/>
                    <a:pt x="2461354" y="4153009"/>
                  </a:cubicBezTo>
                  <a:cubicBezTo>
                    <a:pt x="2462008" y="5507357"/>
                    <a:pt x="1359364" y="6612788"/>
                    <a:pt x="3268" y="6613440"/>
                  </a:cubicBezTo>
                  <a:lnTo>
                    <a:pt x="2615" y="5668729"/>
                  </a:lnTo>
                  <a:cubicBezTo>
                    <a:pt x="839396" y="5668076"/>
                    <a:pt x="1517444" y="4989269"/>
                    <a:pt x="1516791" y="4153663"/>
                  </a:cubicBezTo>
                  <a:cubicBezTo>
                    <a:pt x="1515484" y="3316750"/>
                    <a:pt x="837437" y="2638596"/>
                    <a:pt x="655" y="2639249"/>
                  </a:cubicBezTo>
                  <a:close/>
                  <a:moveTo>
                    <a:pt x="0" y="1"/>
                  </a:moveTo>
                  <a:cubicBezTo>
                    <a:pt x="2290834" y="-1959"/>
                    <a:pt x="4154586" y="1860445"/>
                    <a:pt x="4156545" y="4152031"/>
                  </a:cubicBezTo>
                  <a:cubicBezTo>
                    <a:pt x="4158504" y="6442964"/>
                    <a:pt x="2296712" y="8308634"/>
                    <a:pt x="5877" y="8309941"/>
                  </a:cubicBezTo>
                  <a:lnTo>
                    <a:pt x="4571" y="7365348"/>
                  </a:lnTo>
                  <a:cubicBezTo>
                    <a:pt x="1774939" y="7364041"/>
                    <a:pt x="3214220" y="5922980"/>
                    <a:pt x="3212914" y="4153338"/>
                  </a:cubicBezTo>
                  <a:cubicBezTo>
                    <a:pt x="3210956" y="2381735"/>
                    <a:pt x="1770368" y="941981"/>
                    <a:pt x="0" y="943288"/>
                  </a:cubicBezTo>
                  <a:close/>
                </a:path>
              </a:pathLst>
            </a:custGeom>
            <a:solidFill>
              <a:schemeClr val="accent5">
                <a:lumMod val="50000"/>
              </a:schemeClr>
            </a:solidFill>
            <a:ln>
              <a:noFill/>
            </a:ln>
            <a:effectLst/>
          </p:spPr>
          <p:txBody>
            <a:bodyPr wrap="square" anchor="ctr">
              <a:noAutofit/>
            </a:bodyPr>
            <a:lstStyle/>
            <a:p>
              <a:endParaRPr lang="en-US" sz="6532" dirty="0">
                <a:latin typeface="Sarabun" pitchFamily="2" charset="-34"/>
              </a:endParaRPr>
            </a:p>
          </p:txBody>
        </p:sp>
        <p:sp>
          <p:nvSpPr>
            <p:cNvPr id="17" name="Freeform 16">
              <a:extLst>
                <a:ext uri="{FF2B5EF4-FFF2-40B4-BE49-F238E27FC236}">
                  <a16:creationId xmlns:a16="http://schemas.microsoft.com/office/drawing/2014/main" id="{E371798C-B0D6-EA98-D67D-687EA1DABC62}"/>
                </a:ext>
              </a:extLst>
            </p:cNvPr>
            <p:cNvSpPr>
              <a:spLocks noChangeArrowheads="1"/>
            </p:cNvSpPr>
            <p:nvPr/>
          </p:nvSpPr>
          <p:spPr bwMode="auto">
            <a:xfrm>
              <a:off x="3777764" y="4279046"/>
              <a:ext cx="3361374" cy="6715019"/>
            </a:xfrm>
            <a:custGeom>
              <a:avLst/>
              <a:gdLst>
                <a:gd name="connsiteX0" fmla="*/ 4153013 w 4159426"/>
                <a:gd name="connsiteY0" fmla="*/ 3372833 h 8309289"/>
                <a:gd name="connsiteX1" fmla="*/ 4153667 w 4159426"/>
                <a:gd name="connsiteY1" fmla="*/ 4936185 h 8309289"/>
                <a:gd name="connsiteX2" fmla="*/ 3370878 w 4159426"/>
                <a:gd name="connsiteY2" fmla="*/ 4153856 h 8309289"/>
                <a:gd name="connsiteX3" fmla="*/ 4153013 w 4159426"/>
                <a:gd name="connsiteY3" fmla="*/ 3372833 h 8309289"/>
                <a:gd name="connsiteX4" fmla="*/ 4150404 w 4159426"/>
                <a:gd name="connsiteY4" fmla="*/ 1696497 h 8309289"/>
                <a:gd name="connsiteX5" fmla="*/ 4151057 w 4159426"/>
                <a:gd name="connsiteY5" fmla="*/ 2639475 h 8309289"/>
                <a:gd name="connsiteX6" fmla="*/ 2639808 w 4159426"/>
                <a:gd name="connsiteY6" fmla="*/ 4155162 h 8309289"/>
                <a:gd name="connsiteX7" fmla="*/ 4153016 w 4159426"/>
                <a:gd name="connsiteY7" fmla="*/ 5667584 h 8309289"/>
                <a:gd name="connsiteX8" fmla="*/ 4153668 w 4159426"/>
                <a:gd name="connsiteY8" fmla="*/ 6611868 h 8309289"/>
                <a:gd name="connsiteX9" fmla="*/ 1695196 w 4159426"/>
                <a:gd name="connsiteY9" fmla="*/ 4156468 h 8309289"/>
                <a:gd name="connsiteX10" fmla="*/ 4150404 w 4159426"/>
                <a:gd name="connsiteY10" fmla="*/ 1696497 h 8309289"/>
                <a:gd name="connsiteX11" fmla="*/ 4152893 w 4159426"/>
                <a:gd name="connsiteY11" fmla="*/ 0 h 8309289"/>
                <a:gd name="connsiteX12" fmla="*/ 4153546 w 4159426"/>
                <a:gd name="connsiteY12" fmla="*/ 943213 h 8309289"/>
                <a:gd name="connsiteX13" fmla="*/ 944791 w 4159426"/>
                <a:gd name="connsiteY13" fmla="*/ 4157583 h 8309289"/>
                <a:gd name="connsiteX14" fmla="*/ 4158120 w 4159426"/>
                <a:gd name="connsiteY14" fmla="*/ 7364768 h 8309289"/>
                <a:gd name="connsiteX15" fmla="*/ 4159426 w 4159426"/>
                <a:gd name="connsiteY15" fmla="*/ 8309287 h 8309289"/>
                <a:gd name="connsiteX16" fmla="*/ 2 w 4159426"/>
                <a:gd name="connsiteY16" fmla="*/ 4157583 h 8309289"/>
                <a:gd name="connsiteX17" fmla="*/ 4152893 w 4159426"/>
                <a:gd name="connsiteY17" fmla="*/ 0 h 8309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159426" h="8309289">
                  <a:moveTo>
                    <a:pt x="4153013" y="3372833"/>
                  </a:moveTo>
                  <a:lnTo>
                    <a:pt x="4153667" y="4936185"/>
                  </a:lnTo>
                  <a:cubicBezTo>
                    <a:pt x="3722414" y="4936185"/>
                    <a:pt x="3370878" y="4586161"/>
                    <a:pt x="3370878" y="4153856"/>
                  </a:cubicBezTo>
                  <a:cubicBezTo>
                    <a:pt x="3370878" y="3722857"/>
                    <a:pt x="3721761" y="3372833"/>
                    <a:pt x="4153013" y="3372833"/>
                  </a:cubicBezTo>
                  <a:close/>
                  <a:moveTo>
                    <a:pt x="4150404" y="1696497"/>
                  </a:moveTo>
                  <a:lnTo>
                    <a:pt x="4151057" y="2639475"/>
                  </a:lnTo>
                  <a:cubicBezTo>
                    <a:pt x="3316116" y="2641434"/>
                    <a:pt x="2639155" y="3319281"/>
                    <a:pt x="2639808" y="4155162"/>
                  </a:cubicBezTo>
                  <a:cubicBezTo>
                    <a:pt x="2639808" y="4990390"/>
                    <a:pt x="3318075" y="5668237"/>
                    <a:pt x="4153016" y="5667584"/>
                  </a:cubicBezTo>
                  <a:lnTo>
                    <a:pt x="4153668" y="6611868"/>
                  </a:lnTo>
                  <a:cubicBezTo>
                    <a:pt x="2799746" y="6612521"/>
                    <a:pt x="1695849" y="5510856"/>
                    <a:pt x="1695196" y="4156468"/>
                  </a:cubicBezTo>
                  <a:cubicBezTo>
                    <a:pt x="1694543" y="2800774"/>
                    <a:pt x="2796482" y="1697803"/>
                    <a:pt x="4150404" y="1696497"/>
                  </a:cubicBezTo>
                  <a:close/>
                  <a:moveTo>
                    <a:pt x="4152893" y="0"/>
                  </a:moveTo>
                  <a:lnTo>
                    <a:pt x="4153546" y="943213"/>
                  </a:lnTo>
                  <a:cubicBezTo>
                    <a:pt x="2383536" y="945173"/>
                    <a:pt x="943485" y="2386120"/>
                    <a:pt x="944791" y="4157583"/>
                  </a:cubicBezTo>
                  <a:cubicBezTo>
                    <a:pt x="946098" y="5926433"/>
                    <a:pt x="2387457" y="7366074"/>
                    <a:pt x="4158120" y="7364768"/>
                  </a:cubicBezTo>
                  <a:lnTo>
                    <a:pt x="4159426" y="8309287"/>
                  </a:lnTo>
                  <a:cubicBezTo>
                    <a:pt x="1868019" y="8311900"/>
                    <a:pt x="1962" y="6448336"/>
                    <a:pt x="2" y="4157583"/>
                  </a:cubicBezTo>
                  <a:cubicBezTo>
                    <a:pt x="-1958" y="1865524"/>
                    <a:pt x="1861485" y="1960"/>
                    <a:pt x="4152893" y="0"/>
                  </a:cubicBezTo>
                  <a:close/>
                </a:path>
              </a:pathLst>
            </a:custGeom>
            <a:solidFill>
              <a:schemeClr val="accent5"/>
            </a:solidFill>
            <a:ln>
              <a:noFill/>
            </a:ln>
            <a:effectLst/>
          </p:spPr>
          <p:txBody>
            <a:bodyPr wrap="square" anchor="ctr">
              <a:noAutofit/>
            </a:bodyPr>
            <a:lstStyle/>
            <a:p>
              <a:endParaRPr lang="en-US" sz="6532" dirty="0">
                <a:latin typeface="Sarabun" pitchFamily="2" charset="-34"/>
              </a:endParaRPr>
            </a:p>
          </p:txBody>
        </p:sp>
        <p:sp>
          <p:nvSpPr>
            <p:cNvPr id="18" name="Freeform 10">
              <a:extLst>
                <a:ext uri="{FF2B5EF4-FFF2-40B4-BE49-F238E27FC236}">
                  <a16:creationId xmlns:a16="http://schemas.microsoft.com/office/drawing/2014/main" id="{59645C72-75EC-F676-41A9-F08FC86F26AC}"/>
                </a:ext>
              </a:extLst>
            </p:cNvPr>
            <p:cNvSpPr>
              <a:spLocks noChangeArrowheads="1"/>
            </p:cNvSpPr>
            <p:nvPr/>
          </p:nvSpPr>
          <p:spPr bwMode="auto">
            <a:xfrm rot="15300000">
              <a:off x="4920142" y="2361496"/>
              <a:ext cx="1931041" cy="1602566"/>
            </a:xfrm>
            <a:custGeom>
              <a:avLst/>
              <a:gdLst>
                <a:gd name="T0" fmla="*/ 2567 w 2568"/>
                <a:gd name="T1" fmla="*/ 0 h 2132"/>
                <a:gd name="T2" fmla="*/ 1579 w 2568"/>
                <a:gd name="T3" fmla="*/ 1065 h 2132"/>
                <a:gd name="T4" fmla="*/ 2567 w 2568"/>
                <a:gd name="T5" fmla="*/ 2131 h 2132"/>
                <a:gd name="T6" fmla="*/ 0 w 2568"/>
                <a:gd name="T7" fmla="*/ 1065 h 2132"/>
                <a:gd name="T8" fmla="*/ 2567 w 2568"/>
                <a:gd name="T9" fmla="*/ 0 h 2132"/>
              </a:gdLst>
              <a:ahLst/>
              <a:cxnLst>
                <a:cxn ang="0">
                  <a:pos x="T0" y="T1"/>
                </a:cxn>
                <a:cxn ang="0">
                  <a:pos x="T2" y="T3"/>
                </a:cxn>
                <a:cxn ang="0">
                  <a:pos x="T4" y="T5"/>
                </a:cxn>
                <a:cxn ang="0">
                  <a:pos x="T6" y="T7"/>
                </a:cxn>
                <a:cxn ang="0">
                  <a:pos x="T8" y="T9"/>
                </a:cxn>
              </a:cxnLst>
              <a:rect l="0" t="0" r="r" b="b"/>
              <a:pathLst>
                <a:path w="2568" h="2132">
                  <a:moveTo>
                    <a:pt x="2567" y="0"/>
                  </a:moveTo>
                  <a:lnTo>
                    <a:pt x="1579" y="1065"/>
                  </a:lnTo>
                  <a:lnTo>
                    <a:pt x="2567" y="2131"/>
                  </a:lnTo>
                  <a:lnTo>
                    <a:pt x="0" y="1065"/>
                  </a:lnTo>
                  <a:lnTo>
                    <a:pt x="2567" y="0"/>
                  </a:lnTo>
                </a:path>
              </a:pathLst>
            </a:custGeom>
            <a:solidFill>
              <a:schemeClr val="accent4"/>
            </a:solidFill>
            <a:ln>
              <a:noFill/>
            </a:ln>
            <a:effectLst/>
          </p:spPr>
          <p:txBody>
            <a:bodyPr wrap="none" anchor="ctr"/>
            <a:lstStyle/>
            <a:p>
              <a:endParaRPr lang="en-US" sz="6532" dirty="0">
                <a:latin typeface="Sarabun" pitchFamily="2" charset="-34"/>
              </a:endParaRPr>
            </a:p>
          </p:txBody>
        </p:sp>
        <p:sp>
          <p:nvSpPr>
            <p:cNvPr id="19" name="Freeform 11">
              <a:extLst>
                <a:ext uri="{FF2B5EF4-FFF2-40B4-BE49-F238E27FC236}">
                  <a16:creationId xmlns:a16="http://schemas.microsoft.com/office/drawing/2014/main" id="{2CC0B916-468F-509F-C928-E1F3B960A87D}"/>
                </a:ext>
              </a:extLst>
            </p:cNvPr>
            <p:cNvSpPr>
              <a:spLocks noChangeArrowheads="1"/>
            </p:cNvSpPr>
            <p:nvPr/>
          </p:nvSpPr>
          <p:spPr bwMode="auto">
            <a:xfrm rot="15300000">
              <a:off x="4173596" y="5082537"/>
              <a:ext cx="4501819" cy="135179"/>
            </a:xfrm>
            <a:prstGeom prst="roundRect">
              <a:avLst>
                <a:gd name="adj" fmla="val 50000"/>
              </a:avLst>
            </a:prstGeom>
            <a:solidFill>
              <a:schemeClr val="bg1">
                <a:lumMod val="85000"/>
              </a:schemeClr>
            </a:solidFill>
            <a:ln>
              <a:noFill/>
            </a:ln>
            <a:effectLst/>
          </p:spPr>
          <p:txBody>
            <a:bodyPr wrap="none" anchor="ctr"/>
            <a:lstStyle/>
            <a:p>
              <a:endParaRPr lang="en-US" sz="6532" dirty="0">
                <a:latin typeface="Sarabun" pitchFamily="2" charset="-34"/>
              </a:endParaRPr>
            </a:p>
          </p:txBody>
        </p:sp>
        <p:sp>
          <p:nvSpPr>
            <p:cNvPr id="20" name="Freeform 14">
              <a:extLst>
                <a:ext uri="{FF2B5EF4-FFF2-40B4-BE49-F238E27FC236}">
                  <a16:creationId xmlns:a16="http://schemas.microsoft.com/office/drawing/2014/main" id="{33467F82-15E9-59DF-3C6B-BC7E5BB48EF6}"/>
                </a:ext>
              </a:extLst>
            </p:cNvPr>
            <p:cNvSpPr>
              <a:spLocks noChangeArrowheads="1"/>
            </p:cNvSpPr>
            <p:nvPr/>
          </p:nvSpPr>
          <p:spPr bwMode="auto">
            <a:xfrm rot="17100000">
              <a:off x="4938528" y="11308391"/>
              <a:ext cx="1931041" cy="1602566"/>
            </a:xfrm>
            <a:custGeom>
              <a:avLst/>
              <a:gdLst>
                <a:gd name="T0" fmla="*/ 0 w 2568"/>
                <a:gd name="T1" fmla="*/ 0 h 2132"/>
                <a:gd name="T2" fmla="*/ 988 w 2568"/>
                <a:gd name="T3" fmla="*/ 1065 h 2132"/>
                <a:gd name="T4" fmla="*/ 0 w 2568"/>
                <a:gd name="T5" fmla="*/ 2131 h 2132"/>
                <a:gd name="T6" fmla="*/ 2567 w 2568"/>
                <a:gd name="T7" fmla="*/ 1065 h 2132"/>
                <a:gd name="T8" fmla="*/ 0 w 2568"/>
                <a:gd name="T9" fmla="*/ 0 h 2132"/>
              </a:gdLst>
              <a:ahLst/>
              <a:cxnLst>
                <a:cxn ang="0">
                  <a:pos x="T0" y="T1"/>
                </a:cxn>
                <a:cxn ang="0">
                  <a:pos x="T2" y="T3"/>
                </a:cxn>
                <a:cxn ang="0">
                  <a:pos x="T4" y="T5"/>
                </a:cxn>
                <a:cxn ang="0">
                  <a:pos x="T6" y="T7"/>
                </a:cxn>
                <a:cxn ang="0">
                  <a:pos x="T8" y="T9"/>
                </a:cxn>
              </a:cxnLst>
              <a:rect l="0" t="0" r="r" b="b"/>
              <a:pathLst>
                <a:path w="2568" h="2132">
                  <a:moveTo>
                    <a:pt x="0" y="0"/>
                  </a:moveTo>
                  <a:lnTo>
                    <a:pt x="988" y="1065"/>
                  </a:lnTo>
                  <a:lnTo>
                    <a:pt x="0" y="2131"/>
                  </a:lnTo>
                  <a:lnTo>
                    <a:pt x="2567" y="1065"/>
                  </a:lnTo>
                  <a:lnTo>
                    <a:pt x="0" y="0"/>
                  </a:lnTo>
                </a:path>
              </a:pathLst>
            </a:custGeom>
            <a:solidFill>
              <a:schemeClr val="accent1"/>
            </a:solidFill>
            <a:ln>
              <a:noFill/>
            </a:ln>
            <a:effectLst/>
          </p:spPr>
          <p:txBody>
            <a:bodyPr wrap="none" anchor="ctr"/>
            <a:lstStyle/>
            <a:p>
              <a:endParaRPr lang="en-US" sz="6532" dirty="0">
                <a:latin typeface="Sarabun" pitchFamily="2" charset="-34"/>
              </a:endParaRPr>
            </a:p>
          </p:txBody>
        </p:sp>
        <p:sp>
          <p:nvSpPr>
            <p:cNvPr id="21" name="Freeform 11">
              <a:extLst>
                <a:ext uri="{FF2B5EF4-FFF2-40B4-BE49-F238E27FC236}">
                  <a16:creationId xmlns:a16="http://schemas.microsoft.com/office/drawing/2014/main" id="{F6CFB97C-A284-3FD2-8A31-EAC385C8DE46}"/>
                </a:ext>
              </a:extLst>
            </p:cNvPr>
            <p:cNvSpPr>
              <a:spLocks noChangeArrowheads="1"/>
            </p:cNvSpPr>
            <p:nvPr/>
          </p:nvSpPr>
          <p:spPr bwMode="auto">
            <a:xfrm rot="17100000">
              <a:off x="4178362" y="10047515"/>
              <a:ext cx="4508601" cy="135179"/>
            </a:xfrm>
            <a:prstGeom prst="roundRect">
              <a:avLst>
                <a:gd name="adj" fmla="val 50000"/>
              </a:avLst>
            </a:prstGeom>
            <a:solidFill>
              <a:schemeClr val="bg1">
                <a:lumMod val="85000"/>
              </a:schemeClr>
            </a:solidFill>
            <a:ln>
              <a:noFill/>
            </a:ln>
            <a:effectLst/>
          </p:spPr>
          <p:txBody>
            <a:bodyPr wrap="none" anchor="ctr"/>
            <a:lstStyle/>
            <a:p>
              <a:endParaRPr lang="en-US" sz="6532" dirty="0">
                <a:latin typeface="Sarabun" pitchFamily="2" charset="-34"/>
              </a:endParaRPr>
            </a:p>
          </p:txBody>
        </p:sp>
        <p:sp>
          <p:nvSpPr>
            <p:cNvPr id="22" name="Freeform 8">
              <a:extLst>
                <a:ext uri="{FF2B5EF4-FFF2-40B4-BE49-F238E27FC236}">
                  <a16:creationId xmlns:a16="http://schemas.microsoft.com/office/drawing/2014/main" id="{E98A1B1B-2D13-7D95-F82C-BE5F111DBC4B}"/>
                </a:ext>
              </a:extLst>
            </p:cNvPr>
            <p:cNvSpPr>
              <a:spLocks noChangeArrowheads="1"/>
            </p:cNvSpPr>
            <p:nvPr/>
          </p:nvSpPr>
          <p:spPr bwMode="auto">
            <a:xfrm rot="15300000">
              <a:off x="1774838" y="4170143"/>
              <a:ext cx="1934360" cy="1934357"/>
            </a:xfrm>
            <a:custGeom>
              <a:avLst/>
              <a:gdLst>
                <a:gd name="T0" fmla="*/ 1062 w 2570"/>
                <a:gd name="T1" fmla="*/ 0 h 2570"/>
                <a:gd name="T2" fmla="*/ 1117 w 2570"/>
                <a:gd name="T3" fmla="*/ 1451 h 2570"/>
                <a:gd name="T4" fmla="*/ 2569 w 2570"/>
                <a:gd name="T5" fmla="*/ 1507 h 2570"/>
                <a:gd name="T6" fmla="*/ 0 w 2570"/>
                <a:gd name="T7" fmla="*/ 2569 h 2570"/>
                <a:gd name="T8" fmla="*/ 1062 w 2570"/>
                <a:gd name="T9" fmla="*/ 0 h 2570"/>
              </a:gdLst>
              <a:ahLst/>
              <a:cxnLst>
                <a:cxn ang="0">
                  <a:pos x="T0" y="T1"/>
                </a:cxn>
                <a:cxn ang="0">
                  <a:pos x="T2" y="T3"/>
                </a:cxn>
                <a:cxn ang="0">
                  <a:pos x="T4" y="T5"/>
                </a:cxn>
                <a:cxn ang="0">
                  <a:pos x="T6" y="T7"/>
                </a:cxn>
                <a:cxn ang="0">
                  <a:pos x="T8" y="T9"/>
                </a:cxn>
              </a:cxnLst>
              <a:rect l="0" t="0" r="r" b="b"/>
              <a:pathLst>
                <a:path w="2570" h="2570">
                  <a:moveTo>
                    <a:pt x="1062" y="0"/>
                  </a:moveTo>
                  <a:lnTo>
                    <a:pt x="1117" y="1451"/>
                  </a:lnTo>
                  <a:lnTo>
                    <a:pt x="2569" y="1507"/>
                  </a:lnTo>
                  <a:lnTo>
                    <a:pt x="0" y="2569"/>
                  </a:lnTo>
                  <a:lnTo>
                    <a:pt x="1062" y="0"/>
                  </a:lnTo>
                </a:path>
              </a:pathLst>
            </a:custGeom>
            <a:solidFill>
              <a:schemeClr val="accent3"/>
            </a:solidFill>
            <a:ln>
              <a:noFill/>
            </a:ln>
            <a:effectLst/>
          </p:spPr>
          <p:txBody>
            <a:bodyPr wrap="none" anchor="ctr"/>
            <a:lstStyle/>
            <a:p>
              <a:endParaRPr lang="en-US" sz="6532" dirty="0">
                <a:latin typeface="Sarabun" pitchFamily="2" charset="-34"/>
              </a:endParaRPr>
            </a:p>
          </p:txBody>
        </p:sp>
        <p:sp>
          <p:nvSpPr>
            <p:cNvPr id="23" name="Freeform 11">
              <a:extLst>
                <a:ext uri="{FF2B5EF4-FFF2-40B4-BE49-F238E27FC236}">
                  <a16:creationId xmlns:a16="http://schemas.microsoft.com/office/drawing/2014/main" id="{808032CF-ECF4-8F16-E58F-CF303E615855}"/>
                </a:ext>
              </a:extLst>
            </p:cNvPr>
            <p:cNvSpPr>
              <a:spLocks noChangeArrowheads="1"/>
            </p:cNvSpPr>
            <p:nvPr/>
          </p:nvSpPr>
          <p:spPr bwMode="auto">
            <a:xfrm rot="12600000">
              <a:off x="2612511" y="6305646"/>
              <a:ext cx="4501819" cy="135179"/>
            </a:xfrm>
            <a:prstGeom prst="roundRect">
              <a:avLst>
                <a:gd name="adj" fmla="val 50000"/>
              </a:avLst>
            </a:prstGeom>
            <a:solidFill>
              <a:schemeClr val="bg1">
                <a:lumMod val="85000"/>
              </a:schemeClr>
            </a:solidFill>
            <a:ln>
              <a:noFill/>
            </a:ln>
            <a:effectLst/>
          </p:spPr>
          <p:txBody>
            <a:bodyPr wrap="none" anchor="ctr"/>
            <a:lstStyle/>
            <a:p>
              <a:endParaRPr lang="en-US" sz="6532" dirty="0">
                <a:latin typeface="Sarabun" pitchFamily="2" charset="-34"/>
              </a:endParaRPr>
            </a:p>
          </p:txBody>
        </p:sp>
        <p:sp>
          <p:nvSpPr>
            <p:cNvPr id="24" name="Freeform 12">
              <a:extLst>
                <a:ext uri="{FF2B5EF4-FFF2-40B4-BE49-F238E27FC236}">
                  <a16:creationId xmlns:a16="http://schemas.microsoft.com/office/drawing/2014/main" id="{64079C55-5B05-601E-EE74-A332CF1C3442}"/>
                </a:ext>
              </a:extLst>
            </p:cNvPr>
            <p:cNvSpPr>
              <a:spLocks noChangeArrowheads="1"/>
            </p:cNvSpPr>
            <p:nvPr/>
          </p:nvSpPr>
          <p:spPr bwMode="auto">
            <a:xfrm rot="17100000">
              <a:off x="1774839" y="9147457"/>
              <a:ext cx="1934357" cy="1934357"/>
            </a:xfrm>
            <a:custGeom>
              <a:avLst/>
              <a:gdLst>
                <a:gd name="T0" fmla="*/ 1507 w 2570"/>
                <a:gd name="T1" fmla="*/ 0 h 2570"/>
                <a:gd name="T2" fmla="*/ 1452 w 2570"/>
                <a:gd name="T3" fmla="*/ 1451 h 2570"/>
                <a:gd name="T4" fmla="*/ 0 w 2570"/>
                <a:gd name="T5" fmla="*/ 1507 h 2570"/>
                <a:gd name="T6" fmla="*/ 2569 w 2570"/>
                <a:gd name="T7" fmla="*/ 2569 h 2570"/>
                <a:gd name="T8" fmla="*/ 1507 w 2570"/>
                <a:gd name="T9" fmla="*/ 0 h 2570"/>
              </a:gdLst>
              <a:ahLst/>
              <a:cxnLst>
                <a:cxn ang="0">
                  <a:pos x="T0" y="T1"/>
                </a:cxn>
                <a:cxn ang="0">
                  <a:pos x="T2" y="T3"/>
                </a:cxn>
                <a:cxn ang="0">
                  <a:pos x="T4" y="T5"/>
                </a:cxn>
                <a:cxn ang="0">
                  <a:pos x="T6" y="T7"/>
                </a:cxn>
                <a:cxn ang="0">
                  <a:pos x="T8" y="T9"/>
                </a:cxn>
              </a:cxnLst>
              <a:rect l="0" t="0" r="r" b="b"/>
              <a:pathLst>
                <a:path w="2570" h="2570">
                  <a:moveTo>
                    <a:pt x="1507" y="0"/>
                  </a:moveTo>
                  <a:lnTo>
                    <a:pt x="1452" y="1451"/>
                  </a:lnTo>
                  <a:lnTo>
                    <a:pt x="0" y="1507"/>
                  </a:lnTo>
                  <a:lnTo>
                    <a:pt x="2569" y="2569"/>
                  </a:lnTo>
                  <a:lnTo>
                    <a:pt x="1507" y="0"/>
                  </a:lnTo>
                </a:path>
              </a:pathLst>
            </a:custGeom>
            <a:solidFill>
              <a:schemeClr val="accent2"/>
            </a:solidFill>
            <a:ln>
              <a:noFill/>
            </a:ln>
            <a:effectLst/>
          </p:spPr>
          <p:txBody>
            <a:bodyPr wrap="none" anchor="ctr"/>
            <a:lstStyle/>
            <a:p>
              <a:endParaRPr lang="en-US" sz="6532" dirty="0">
                <a:latin typeface="Sarabun" pitchFamily="2" charset="-34"/>
              </a:endParaRPr>
            </a:p>
          </p:txBody>
        </p:sp>
        <p:sp>
          <p:nvSpPr>
            <p:cNvPr id="25" name="Freeform 11">
              <a:extLst>
                <a:ext uri="{FF2B5EF4-FFF2-40B4-BE49-F238E27FC236}">
                  <a16:creationId xmlns:a16="http://schemas.microsoft.com/office/drawing/2014/main" id="{79735DD6-CEA1-70F5-DDA8-58091C576DBD}"/>
                </a:ext>
              </a:extLst>
            </p:cNvPr>
            <p:cNvSpPr>
              <a:spLocks noChangeArrowheads="1"/>
            </p:cNvSpPr>
            <p:nvPr/>
          </p:nvSpPr>
          <p:spPr bwMode="auto">
            <a:xfrm rot="19800000">
              <a:off x="2610879" y="8817220"/>
              <a:ext cx="4501819" cy="135179"/>
            </a:xfrm>
            <a:prstGeom prst="roundRect">
              <a:avLst>
                <a:gd name="adj" fmla="val 50000"/>
              </a:avLst>
            </a:prstGeom>
            <a:solidFill>
              <a:schemeClr val="bg1">
                <a:lumMod val="85000"/>
              </a:schemeClr>
            </a:solidFill>
            <a:ln>
              <a:noFill/>
            </a:ln>
            <a:effectLst/>
          </p:spPr>
          <p:txBody>
            <a:bodyPr wrap="none" anchor="ctr"/>
            <a:lstStyle/>
            <a:p>
              <a:endParaRPr lang="en-US" sz="6532" dirty="0">
                <a:latin typeface="Sarabun" pitchFamily="2" charset="-34"/>
              </a:endParaRPr>
            </a:p>
          </p:txBody>
        </p:sp>
        <p:sp>
          <p:nvSpPr>
            <p:cNvPr id="26" name="TextBox 25">
              <a:extLst>
                <a:ext uri="{FF2B5EF4-FFF2-40B4-BE49-F238E27FC236}">
                  <a16:creationId xmlns:a16="http://schemas.microsoft.com/office/drawing/2014/main" id="{48072518-6FBE-5988-D575-4190E6304120}"/>
                </a:ext>
              </a:extLst>
            </p:cNvPr>
            <p:cNvSpPr txBox="1"/>
            <p:nvPr/>
          </p:nvSpPr>
          <p:spPr>
            <a:xfrm>
              <a:off x="13562401" y="9914375"/>
              <a:ext cx="4537142" cy="1174031"/>
            </a:xfrm>
            <a:prstGeom prst="rect">
              <a:avLst/>
            </a:prstGeom>
            <a:noFill/>
          </p:spPr>
          <p:txBody>
            <a:bodyPr wrap="none" rtlCol="0" anchor="ctr" anchorCtr="0">
              <a:spAutoFit/>
            </a:bodyPr>
            <a:lstStyle/>
            <a:p>
              <a:r>
                <a:rPr lang="en-US" sz="1600" b="1" dirty="0">
                  <a:solidFill>
                    <a:schemeClr val="bg1"/>
                  </a:solidFill>
                  <a:latin typeface="Roboto" panose="02000000000000000000" pitchFamily="2" charset="0"/>
                  <a:ea typeface="Roboto" panose="02000000000000000000" pitchFamily="2" charset="0"/>
                  <a:cs typeface="Poppins" pitchFamily="2" charset="77"/>
                </a:rPr>
                <a:t>YOUR TITLE</a:t>
              </a:r>
            </a:p>
          </p:txBody>
        </p:sp>
        <p:sp>
          <p:nvSpPr>
            <p:cNvPr id="28" name="TextBox 27">
              <a:extLst>
                <a:ext uri="{FF2B5EF4-FFF2-40B4-BE49-F238E27FC236}">
                  <a16:creationId xmlns:a16="http://schemas.microsoft.com/office/drawing/2014/main" id="{A4A915EB-3BDC-A332-0A8D-E9AE962C65D9}"/>
                </a:ext>
              </a:extLst>
            </p:cNvPr>
            <p:cNvSpPr txBox="1"/>
            <p:nvPr/>
          </p:nvSpPr>
          <p:spPr>
            <a:xfrm>
              <a:off x="13562401" y="3281123"/>
              <a:ext cx="4537142" cy="1174031"/>
            </a:xfrm>
            <a:prstGeom prst="rect">
              <a:avLst/>
            </a:prstGeom>
            <a:noFill/>
          </p:spPr>
          <p:txBody>
            <a:bodyPr wrap="none" rtlCol="0" anchor="ctr" anchorCtr="0">
              <a:spAutoFit/>
            </a:bodyPr>
            <a:lstStyle/>
            <a:p>
              <a:r>
                <a:rPr lang="en-US" sz="1600" b="1" dirty="0">
                  <a:solidFill>
                    <a:schemeClr val="bg1"/>
                  </a:solidFill>
                  <a:latin typeface="Roboto" panose="02000000000000000000" pitchFamily="2" charset="0"/>
                  <a:ea typeface="Roboto" panose="02000000000000000000" pitchFamily="2" charset="0"/>
                  <a:cs typeface="Poppins" pitchFamily="2" charset="77"/>
                </a:rPr>
                <a:t>YOUR TITLE</a:t>
              </a:r>
            </a:p>
          </p:txBody>
        </p:sp>
        <p:sp>
          <p:nvSpPr>
            <p:cNvPr id="29" name="Subtitle 2">
              <a:extLst>
                <a:ext uri="{FF2B5EF4-FFF2-40B4-BE49-F238E27FC236}">
                  <a16:creationId xmlns:a16="http://schemas.microsoft.com/office/drawing/2014/main" id="{6B7F1403-4702-3FA7-54DA-F7ED10272880}"/>
                </a:ext>
              </a:extLst>
            </p:cNvPr>
            <p:cNvSpPr txBox="1">
              <a:spLocks/>
            </p:cNvSpPr>
            <p:nvPr/>
          </p:nvSpPr>
          <p:spPr>
            <a:xfrm>
              <a:off x="13010053" y="4032303"/>
              <a:ext cx="7670784" cy="1508685"/>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l">
                <a:lnSpc>
                  <a:spcPct val="100000"/>
                </a:lnSpc>
                <a:spcBef>
                  <a:spcPts val="0"/>
                </a:spcBef>
              </a:pPr>
              <a:r>
                <a:rPr lang="en-US" sz="1400" dirty="0">
                  <a:solidFill>
                    <a:schemeClr val="bg1"/>
                  </a:solidFill>
                  <a:latin typeface="Roboto" panose="02000000000000000000" pitchFamily="2" charset="0"/>
                  <a:ea typeface="Roboto" panose="02000000000000000000" pitchFamily="2" charset="0"/>
                  <a:cs typeface="Mukta ExtraLight" panose="020B0000000000000000" pitchFamily="34" charset="77"/>
                </a:rPr>
                <a:t>Green marketing is a</a:t>
              </a:r>
            </a:p>
          </p:txBody>
        </p:sp>
        <p:sp>
          <p:nvSpPr>
            <p:cNvPr id="30" name="TextBox 29">
              <a:extLst>
                <a:ext uri="{FF2B5EF4-FFF2-40B4-BE49-F238E27FC236}">
                  <a16:creationId xmlns:a16="http://schemas.microsoft.com/office/drawing/2014/main" id="{DF97C923-EF91-0382-F71D-4462CF255F50}"/>
                </a:ext>
              </a:extLst>
            </p:cNvPr>
            <p:cNvSpPr txBox="1"/>
            <p:nvPr/>
          </p:nvSpPr>
          <p:spPr>
            <a:xfrm>
              <a:off x="13589599" y="5517456"/>
              <a:ext cx="4537142" cy="1174031"/>
            </a:xfrm>
            <a:prstGeom prst="rect">
              <a:avLst/>
            </a:prstGeom>
            <a:noFill/>
          </p:spPr>
          <p:txBody>
            <a:bodyPr wrap="none" rtlCol="0" anchor="ctr" anchorCtr="0">
              <a:spAutoFit/>
            </a:bodyPr>
            <a:lstStyle/>
            <a:p>
              <a:r>
                <a:rPr lang="en-US" sz="1600" b="1" dirty="0">
                  <a:solidFill>
                    <a:schemeClr val="bg1"/>
                  </a:solidFill>
                  <a:latin typeface="Roboto" panose="02000000000000000000" pitchFamily="2" charset="0"/>
                  <a:ea typeface="Roboto" panose="02000000000000000000" pitchFamily="2" charset="0"/>
                  <a:cs typeface="Poppins" pitchFamily="2" charset="77"/>
                </a:rPr>
                <a:t>YOUR TITLE</a:t>
              </a:r>
            </a:p>
          </p:txBody>
        </p:sp>
        <p:sp>
          <p:nvSpPr>
            <p:cNvPr id="32" name="TextBox 31">
              <a:extLst>
                <a:ext uri="{FF2B5EF4-FFF2-40B4-BE49-F238E27FC236}">
                  <a16:creationId xmlns:a16="http://schemas.microsoft.com/office/drawing/2014/main" id="{A1A772D7-335B-17B4-1EEE-204BFB87A4EE}"/>
                </a:ext>
              </a:extLst>
            </p:cNvPr>
            <p:cNvSpPr txBox="1"/>
            <p:nvPr/>
          </p:nvSpPr>
          <p:spPr>
            <a:xfrm>
              <a:off x="13562401" y="7715626"/>
              <a:ext cx="4537142" cy="1174031"/>
            </a:xfrm>
            <a:prstGeom prst="rect">
              <a:avLst/>
            </a:prstGeom>
            <a:noFill/>
          </p:spPr>
          <p:txBody>
            <a:bodyPr wrap="none" rtlCol="0" anchor="ctr" anchorCtr="0">
              <a:spAutoFit/>
            </a:bodyPr>
            <a:lstStyle/>
            <a:p>
              <a:r>
                <a:rPr lang="en-US" sz="1600" b="1" dirty="0">
                  <a:solidFill>
                    <a:schemeClr val="bg1"/>
                  </a:solidFill>
                  <a:latin typeface="Roboto" panose="02000000000000000000" pitchFamily="2" charset="0"/>
                  <a:ea typeface="Roboto" panose="02000000000000000000" pitchFamily="2" charset="0"/>
                  <a:cs typeface="Poppins" pitchFamily="2" charset="77"/>
                </a:rPr>
                <a:t>YOUR TITLE</a:t>
              </a:r>
            </a:p>
          </p:txBody>
        </p:sp>
        <p:sp>
          <p:nvSpPr>
            <p:cNvPr id="38" name="Subtitle 2">
              <a:extLst>
                <a:ext uri="{FF2B5EF4-FFF2-40B4-BE49-F238E27FC236}">
                  <a16:creationId xmlns:a16="http://schemas.microsoft.com/office/drawing/2014/main" id="{C05736D1-002C-D08C-E15A-5006FA10201F}"/>
                </a:ext>
              </a:extLst>
            </p:cNvPr>
            <p:cNvSpPr txBox="1">
              <a:spLocks/>
            </p:cNvSpPr>
            <p:nvPr/>
          </p:nvSpPr>
          <p:spPr>
            <a:xfrm>
              <a:off x="13010053" y="6271105"/>
              <a:ext cx="7670784" cy="1508685"/>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l">
                <a:lnSpc>
                  <a:spcPct val="100000"/>
                </a:lnSpc>
                <a:spcBef>
                  <a:spcPts val="0"/>
                </a:spcBef>
              </a:pPr>
              <a:r>
                <a:rPr lang="en-US" sz="1400" dirty="0">
                  <a:solidFill>
                    <a:schemeClr val="bg1"/>
                  </a:solidFill>
                  <a:latin typeface="Roboto" panose="02000000000000000000" pitchFamily="2" charset="0"/>
                  <a:ea typeface="Roboto" panose="02000000000000000000" pitchFamily="2" charset="0"/>
                  <a:cs typeface="Mukta ExtraLight" panose="020B0000000000000000" pitchFamily="34" charset="77"/>
                </a:rPr>
                <a:t>Green marketing is a</a:t>
              </a:r>
            </a:p>
          </p:txBody>
        </p:sp>
        <p:sp>
          <p:nvSpPr>
            <p:cNvPr id="39" name="Subtitle 2">
              <a:extLst>
                <a:ext uri="{FF2B5EF4-FFF2-40B4-BE49-F238E27FC236}">
                  <a16:creationId xmlns:a16="http://schemas.microsoft.com/office/drawing/2014/main" id="{0B58A3EF-E3AB-5B82-477B-4609754B01F0}"/>
                </a:ext>
              </a:extLst>
            </p:cNvPr>
            <p:cNvSpPr txBox="1">
              <a:spLocks/>
            </p:cNvSpPr>
            <p:nvPr/>
          </p:nvSpPr>
          <p:spPr>
            <a:xfrm>
              <a:off x="13010053" y="8483389"/>
              <a:ext cx="7670784" cy="1508685"/>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l">
                <a:lnSpc>
                  <a:spcPct val="100000"/>
                </a:lnSpc>
                <a:spcBef>
                  <a:spcPts val="0"/>
                </a:spcBef>
              </a:pPr>
              <a:r>
                <a:rPr lang="en-US" sz="1400" dirty="0">
                  <a:solidFill>
                    <a:schemeClr val="bg1"/>
                  </a:solidFill>
                  <a:latin typeface="Roboto" panose="02000000000000000000" pitchFamily="2" charset="0"/>
                  <a:ea typeface="Roboto" panose="02000000000000000000" pitchFamily="2" charset="0"/>
                  <a:cs typeface="Mukta ExtraLight" panose="020B0000000000000000" pitchFamily="34" charset="77"/>
                </a:rPr>
                <a:t>Green marketing is a</a:t>
              </a:r>
            </a:p>
          </p:txBody>
        </p:sp>
        <p:sp>
          <p:nvSpPr>
            <p:cNvPr id="40" name="Subtitle 2">
              <a:extLst>
                <a:ext uri="{FF2B5EF4-FFF2-40B4-BE49-F238E27FC236}">
                  <a16:creationId xmlns:a16="http://schemas.microsoft.com/office/drawing/2014/main" id="{DC73C361-E52A-DB74-6CA1-C157E15E01C3}"/>
                </a:ext>
              </a:extLst>
            </p:cNvPr>
            <p:cNvSpPr txBox="1">
              <a:spLocks/>
            </p:cNvSpPr>
            <p:nvPr/>
          </p:nvSpPr>
          <p:spPr>
            <a:xfrm>
              <a:off x="13010053" y="10646510"/>
              <a:ext cx="7670784" cy="1508685"/>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l">
                <a:lnSpc>
                  <a:spcPct val="100000"/>
                </a:lnSpc>
                <a:spcBef>
                  <a:spcPts val="0"/>
                </a:spcBef>
              </a:pPr>
              <a:r>
                <a:rPr lang="en-US" sz="1400" dirty="0">
                  <a:solidFill>
                    <a:schemeClr val="bg1"/>
                  </a:solidFill>
                  <a:latin typeface="Roboto" panose="02000000000000000000" pitchFamily="2" charset="0"/>
                  <a:ea typeface="Roboto" panose="02000000000000000000" pitchFamily="2" charset="0"/>
                  <a:cs typeface="Mukta ExtraLight" panose="020B0000000000000000" pitchFamily="34" charset="77"/>
                </a:rPr>
                <a:t>Green marketing is a</a:t>
              </a:r>
            </a:p>
          </p:txBody>
        </p:sp>
      </p:grpSp>
    </p:spTree>
    <p:extLst>
      <p:ext uri="{BB962C8B-B14F-4D97-AF65-F5344CB8AC3E}">
        <p14:creationId xmlns:p14="http://schemas.microsoft.com/office/powerpoint/2010/main" val="40995554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E0240A2-F76C-B875-6552-C1AC3CBB226B}"/>
              </a:ext>
            </a:extLst>
          </p:cNvPr>
          <p:cNvSpPr/>
          <p:nvPr/>
        </p:nvSpPr>
        <p:spPr>
          <a:xfrm>
            <a:off x="1349829" y="234280"/>
            <a:ext cx="6096000" cy="646331"/>
          </a:xfrm>
          <a:prstGeom prst="rect">
            <a:avLst/>
          </a:prstGeom>
        </p:spPr>
        <p:txBody>
          <a:bodyPr>
            <a:spAutoFit/>
          </a:bodyPr>
          <a:lstStyle/>
          <a:p>
            <a:r>
              <a:rPr lang="en-US" dirty="0" err="1"/>
              <a:t>Một</a:t>
            </a:r>
            <a:r>
              <a:rPr lang="en-US" dirty="0"/>
              <a:t> con </a:t>
            </a:r>
            <a:r>
              <a:rPr lang="en-US" dirty="0" err="1"/>
              <a:t>trỏ</a:t>
            </a:r>
            <a:r>
              <a:rPr lang="en-US" dirty="0"/>
              <a:t> (pointer) </a:t>
            </a:r>
            <a:r>
              <a:rPr lang="en-US" dirty="0" err="1"/>
              <a:t>là</a:t>
            </a:r>
            <a:r>
              <a:rPr lang="en-US" dirty="0"/>
              <a:t> </a:t>
            </a:r>
            <a:r>
              <a:rPr lang="en-US" dirty="0" err="1"/>
              <a:t>một</a:t>
            </a:r>
            <a:r>
              <a:rPr lang="en-US" dirty="0"/>
              <a:t> </a:t>
            </a:r>
            <a:r>
              <a:rPr lang="en-US" dirty="0" err="1"/>
              <a:t>biến</a:t>
            </a:r>
            <a:r>
              <a:rPr lang="en-US" dirty="0"/>
              <a:t> </a:t>
            </a:r>
            <a:r>
              <a:rPr lang="en-US" dirty="0" err="1"/>
              <a:t>chứa</a:t>
            </a:r>
            <a:r>
              <a:rPr lang="en-US" dirty="0"/>
              <a:t> </a:t>
            </a:r>
            <a:r>
              <a:rPr lang="en-US" dirty="0" err="1"/>
              <a:t>địa</a:t>
            </a:r>
            <a:r>
              <a:rPr lang="en-US" dirty="0"/>
              <a:t> </a:t>
            </a:r>
            <a:r>
              <a:rPr lang="en-US" dirty="0" err="1"/>
              <a:t>chỉ</a:t>
            </a:r>
            <a:r>
              <a:rPr lang="en-US" dirty="0"/>
              <a:t> </a:t>
            </a:r>
            <a:r>
              <a:rPr lang="en-US" dirty="0" err="1"/>
              <a:t>của</a:t>
            </a:r>
            <a:r>
              <a:rPr lang="en-US" dirty="0"/>
              <a:t> </a:t>
            </a:r>
            <a:r>
              <a:rPr lang="en-US" dirty="0" err="1"/>
              <a:t>một</a:t>
            </a:r>
            <a:r>
              <a:rPr lang="en-US" dirty="0"/>
              <a:t> </a:t>
            </a:r>
            <a:r>
              <a:rPr lang="en-US" dirty="0" err="1"/>
              <a:t>biến</a:t>
            </a:r>
            <a:r>
              <a:rPr lang="en-US" dirty="0"/>
              <a:t> </a:t>
            </a:r>
            <a:r>
              <a:rPr lang="en-US" dirty="0" err="1"/>
              <a:t>khác</a:t>
            </a:r>
            <a:r>
              <a:rPr lang="en-US" dirty="0"/>
              <a:t>.</a:t>
            </a:r>
          </a:p>
        </p:txBody>
      </p:sp>
      <p:sp>
        <p:nvSpPr>
          <p:cNvPr id="3" name="TextBox 2">
            <a:extLst>
              <a:ext uri="{FF2B5EF4-FFF2-40B4-BE49-F238E27FC236}">
                <a16:creationId xmlns:a16="http://schemas.microsoft.com/office/drawing/2014/main" id="{DB3F70DB-45D0-CC52-F0D7-D411B25344F4}"/>
              </a:ext>
            </a:extLst>
          </p:cNvPr>
          <p:cNvSpPr txBox="1"/>
          <p:nvPr/>
        </p:nvSpPr>
        <p:spPr>
          <a:xfrm>
            <a:off x="1349829" y="2005987"/>
            <a:ext cx="9787166" cy="369332"/>
          </a:xfrm>
          <a:prstGeom prst="rect">
            <a:avLst/>
          </a:prstGeom>
          <a:noFill/>
        </p:spPr>
        <p:txBody>
          <a:bodyPr wrap="none" rtlCol="0">
            <a:spAutoFit/>
          </a:bodyPr>
          <a:lstStyle/>
          <a:p>
            <a:r>
              <a:rPr lang="en-US" dirty="0"/>
              <a:t>Con </a:t>
            </a:r>
            <a:r>
              <a:rPr lang="en-US" dirty="0" err="1"/>
              <a:t>trỏ</a:t>
            </a:r>
            <a:r>
              <a:rPr lang="en-US" dirty="0"/>
              <a:t> </a:t>
            </a:r>
            <a:r>
              <a:rPr lang="en-US" dirty="0" err="1"/>
              <a:t>kiểu</a:t>
            </a:r>
            <a:r>
              <a:rPr lang="en-US" dirty="0"/>
              <a:t> void </a:t>
            </a:r>
            <a:r>
              <a:rPr lang="en-US" dirty="0" err="1"/>
              <a:t>có</a:t>
            </a:r>
            <a:r>
              <a:rPr lang="en-US" dirty="0"/>
              <a:t> </a:t>
            </a:r>
            <a:r>
              <a:rPr lang="en-US" dirty="0" err="1"/>
              <a:t>thể</a:t>
            </a:r>
            <a:r>
              <a:rPr lang="en-US" dirty="0"/>
              <a:t> </a:t>
            </a:r>
            <a:r>
              <a:rPr lang="en-US" dirty="0" err="1"/>
              <a:t>dùng</a:t>
            </a:r>
            <a:r>
              <a:rPr lang="en-US" dirty="0"/>
              <a:t> </a:t>
            </a:r>
            <a:r>
              <a:rPr lang="en-US" dirty="0" err="1"/>
              <a:t>đẻ</a:t>
            </a:r>
            <a:r>
              <a:rPr lang="en-US" dirty="0"/>
              <a:t> </a:t>
            </a:r>
            <a:r>
              <a:rPr lang="en-US" dirty="0" err="1"/>
              <a:t>chứa</a:t>
            </a:r>
            <a:r>
              <a:rPr lang="en-US" dirty="0"/>
              <a:t> </a:t>
            </a:r>
            <a:r>
              <a:rPr lang="en-US" dirty="0" err="1"/>
              <a:t>bất</a:t>
            </a:r>
            <a:r>
              <a:rPr lang="en-US" dirty="0"/>
              <a:t> </a:t>
            </a:r>
            <a:r>
              <a:rPr lang="en-US" dirty="0" err="1"/>
              <a:t>kì</a:t>
            </a:r>
            <a:r>
              <a:rPr lang="en-US" dirty="0"/>
              <a:t> </a:t>
            </a:r>
            <a:r>
              <a:rPr lang="en-US" dirty="0" err="1"/>
              <a:t>kiểu</a:t>
            </a:r>
            <a:r>
              <a:rPr lang="en-US" dirty="0"/>
              <a:t> con </a:t>
            </a:r>
            <a:r>
              <a:rPr lang="en-US" dirty="0" err="1"/>
              <a:t>trỏ</a:t>
            </a:r>
            <a:r>
              <a:rPr lang="en-US" dirty="0"/>
              <a:t> </a:t>
            </a:r>
            <a:r>
              <a:rPr lang="en-US" dirty="0" err="1"/>
              <a:t>nhưng</a:t>
            </a:r>
            <a:r>
              <a:rPr lang="en-US" dirty="0"/>
              <a:t> </a:t>
            </a:r>
            <a:r>
              <a:rPr lang="en-US" dirty="0" err="1"/>
              <a:t>bản</a:t>
            </a:r>
            <a:r>
              <a:rPr lang="en-US" dirty="0"/>
              <a:t> </a:t>
            </a:r>
            <a:r>
              <a:rPr lang="en-US" dirty="0" err="1"/>
              <a:t>thân</a:t>
            </a:r>
            <a:r>
              <a:rPr lang="en-US" dirty="0"/>
              <a:t> </a:t>
            </a:r>
            <a:r>
              <a:rPr lang="en-US" dirty="0" err="1"/>
              <a:t>nó</a:t>
            </a:r>
            <a:r>
              <a:rPr lang="en-US" dirty="0"/>
              <a:t> </a:t>
            </a:r>
            <a:r>
              <a:rPr lang="en-US" dirty="0" err="1"/>
              <a:t>không</a:t>
            </a:r>
            <a:r>
              <a:rPr lang="en-US" dirty="0"/>
              <a:t> </a:t>
            </a:r>
            <a:r>
              <a:rPr lang="en-US" dirty="0" err="1"/>
              <a:t>thể</a:t>
            </a:r>
            <a:r>
              <a:rPr lang="en-US" dirty="0"/>
              <a:t> </a:t>
            </a:r>
            <a:r>
              <a:rPr lang="en-US" dirty="0" err="1"/>
              <a:t>giải</a:t>
            </a:r>
            <a:r>
              <a:rPr lang="en-US" dirty="0"/>
              <a:t> </a:t>
            </a:r>
            <a:r>
              <a:rPr lang="en-US" dirty="0" err="1"/>
              <a:t>tham</a:t>
            </a:r>
            <a:r>
              <a:rPr lang="en-US" dirty="0"/>
              <a:t> </a:t>
            </a:r>
            <a:r>
              <a:rPr lang="en-US" dirty="0" err="1"/>
              <a:t>chiếu</a:t>
            </a:r>
            <a:endParaRPr lang="en-US" dirty="0"/>
          </a:p>
        </p:txBody>
      </p:sp>
      <p:sp>
        <p:nvSpPr>
          <p:cNvPr id="4" name="TextBox 3">
            <a:extLst>
              <a:ext uri="{FF2B5EF4-FFF2-40B4-BE49-F238E27FC236}">
                <a16:creationId xmlns:a16="http://schemas.microsoft.com/office/drawing/2014/main" id="{373C798D-1219-F72D-70FE-6739C6555BFC}"/>
              </a:ext>
            </a:extLst>
          </p:cNvPr>
          <p:cNvSpPr txBox="1"/>
          <p:nvPr/>
        </p:nvSpPr>
        <p:spPr>
          <a:xfrm>
            <a:off x="2029097" y="2595154"/>
            <a:ext cx="6701193" cy="369332"/>
          </a:xfrm>
          <a:prstGeom prst="rect">
            <a:avLst/>
          </a:prstGeom>
          <a:noFill/>
        </p:spPr>
        <p:txBody>
          <a:bodyPr wrap="none" rtlCol="0">
            <a:spAutoFit/>
          </a:bodyPr>
          <a:lstStyle/>
          <a:p>
            <a:r>
              <a:rPr lang="en-US" dirty="0" err="1"/>
              <a:t>Các</a:t>
            </a:r>
            <a:r>
              <a:rPr lang="en-US" dirty="0"/>
              <a:t> </a:t>
            </a:r>
            <a:r>
              <a:rPr lang="en-US" dirty="0" err="1"/>
              <a:t>toán</a:t>
            </a:r>
            <a:r>
              <a:rPr lang="en-US" dirty="0"/>
              <a:t> </a:t>
            </a:r>
            <a:r>
              <a:rPr lang="en-US" dirty="0" err="1"/>
              <a:t>tử</a:t>
            </a:r>
            <a:r>
              <a:rPr lang="en-US" dirty="0"/>
              <a:t> ‘&amp;’ </a:t>
            </a:r>
            <a:r>
              <a:rPr lang="en-US" dirty="0" err="1"/>
              <a:t>hoặc</a:t>
            </a:r>
            <a:r>
              <a:rPr lang="en-US" dirty="0"/>
              <a:t> ‘*’ </a:t>
            </a:r>
            <a:r>
              <a:rPr lang="en-US" dirty="0" err="1"/>
              <a:t>có</a:t>
            </a:r>
            <a:r>
              <a:rPr lang="en-US" dirty="0"/>
              <a:t> </a:t>
            </a:r>
            <a:r>
              <a:rPr lang="en-US" dirty="0" err="1"/>
              <a:t>ưu</a:t>
            </a:r>
            <a:r>
              <a:rPr lang="en-US" dirty="0"/>
              <a:t> </a:t>
            </a:r>
            <a:r>
              <a:rPr lang="en-US" dirty="0" err="1"/>
              <a:t>tiên</a:t>
            </a:r>
            <a:r>
              <a:rPr lang="en-US" dirty="0"/>
              <a:t> </a:t>
            </a:r>
            <a:r>
              <a:rPr lang="en-US" dirty="0" err="1"/>
              <a:t>liến</a:t>
            </a:r>
            <a:r>
              <a:rPr lang="en-US" dirty="0"/>
              <a:t> </a:t>
            </a:r>
            <a:r>
              <a:rPr lang="en-US" dirty="0" err="1"/>
              <a:t>kết</a:t>
            </a:r>
            <a:r>
              <a:rPr lang="en-US" dirty="0"/>
              <a:t> </a:t>
            </a:r>
            <a:r>
              <a:rPr lang="en-US" dirty="0" err="1"/>
              <a:t>cao</a:t>
            </a:r>
            <a:r>
              <a:rPr lang="en-US" dirty="0"/>
              <a:t> </a:t>
            </a:r>
            <a:r>
              <a:rPr lang="en-US" dirty="0" err="1"/>
              <a:t>hơn</a:t>
            </a:r>
            <a:r>
              <a:rPr lang="en-US" dirty="0"/>
              <a:t> </a:t>
            </a:r>
            <a:r>
              <a:rPr lang="en-US" dirty="0" err="1"/>
              <a:t>các</a:t>
            </a:r>
            <a:r>
              <a:rPr lang="en-US" dirty="0"/>
              <a:t> </a:t>
            </a:r>
            <a:r>
              <a:rPr lang="en-US" dirty="0" err="1"/>
              <a:t>toán</a:t>
            </a:r>
            <a:r>
              <a:rPr lang="en-US" dirty="0"/>
              <a:t> </a:t>
            </a:r>
            <a:r>
              <a:rPr lang="en-US" dirty="0" err="1"/>
              <a:t>tử</a:t>
            </a:r>
            <a:r>
              <a:rPr lang="en-US" dirty="0"/>
              <a:t> </a:t>
            </a:r>
            <a:r>
              <a:rPr lang="en-US" dirty="0" err="1"/>
              <a:t>số</a:t>
            </a:r>
            <a:r>
              <a:rPr lang="en-US" dirty="0"/>
              <a:t> </a:t>
            </a:r>
            <a:r>
              <a:rPr lang="en-US" dirty="0" err="1"/>
              <a:t>học</a:t>
            </a:r>
            <a:r>
              <a:rPr lang="en-US" dirty="0"/>
              <a:t>.</a:t>
            </a:r>
          </a:p>
        </p:txBody>
      </p:sp>
      <p:sp>
        <p:nvSpPr>
          <p:cNvPr id="5" name="Rectangle 4">
            <a:extLst>
              <a:ext uri="{FF2B5EF4-FFF2-40B4-BE49-F238E27FC236}">
                <a16:creationId xmlns:a16="http://schemas.microsoft.com/office/drawing/2014/main" id="{F4CCD8B6-4B2E-3B12-204B-147FF27F6F6B}"/>
              </a:ext>
            </a:extLst>
          </p:cNvPr>
          <p:cNvSpPr/>
          <p:nvPr/>
        </p:nvSpPr>
        <p:spPr>
          <a:xfrm>
            <a:off x="1240639" y="3533894"/>
            <a:ext cx="2865785" cy="369332"/>
          </a:xfrm>
          <a:prstGeom prst="rect">
            <a:avLst/>
          </a:prstGeom>
        </p:spPr>
        <p:txBody>
          <a:bodyPr wrap="none">
            <a:spAutoFit/>
          </a:bodyPr>
          <a:lstStyle/>
          <a:p>
            <a:r>
              <a:rPr lang="en-US" dirty="0"/>
              <a:t>Con </a:t>
            </a:r>
            <a:r>
              <a:rPr lang="en-US" dirty="0" err="1"/>
              <a:t>trỏ</a:t>
            </a:r>
            <a:r>
              <a:rPr lang="en-US" dirty="0"/>
              <a:t> </a:t>
            </a:r>
            <a:r>
              <a:rPr lang="en-US" dirty="0" err="1"/>
              <a:t>và</a:t>
            </a:r>
            <a:r>
              <a:rPr lang="en-US" dirty="0"/>
              <a:t> </a:t>
            </a:r>
            <a:r>
              <a:rPr lang="en-US" dirty="0" err="1"/>
              <a:t>Tham</a:t>
            </a:r>
            <a:r>
              <a:rPr lang="en-US" dirty="0"/>
              <a:t> </a:t>
            </a:r>
            <a:r>
              <a:rPr lang="en-US" dirty="0" err="1"/>
              <a:t>số</a:t>
            </a:r>
            <a:r>
              <a:rPr lang="en-US" dirty="0"/>
              <a:t> </a:t>
            </a:r>
            <a:r>
              <a:rPr lang="en-US" dirty="0" err="1"/>
              <a:t>của</a:t>
            </a:r>
            <a:r>
              <a:rPr lang="en-US" dirty="0"/>
              <a:t> </a:t>
            </a:r>
            <a:r>
              <a:rPr lang="en-US" dirty="0" err="1"/>
              <a:t>Hàm</a:t>
            </a:r>
            <a:endParaRPr lang="en-US" dirty="0"/>
          </a:p>
        </p:txBody>
      </p:sp>
      <p:pic>
        <p:nvPicPr>
          <p:cNvPr id="6" name="Picture 5">
            <a:extLst>
              <a:ext uri="{FF2B5EF4-FFF2-40B4-BE49-F238E27FC236}">
                <a16:creationId xmlns:a16="http://schemas.microsoft.com/office/drawing/2014/main" id="{F4E3CE9C-DEF4-C621-05CD-31CDE5ABDBE4}"/>
              </a:ext>
            </a:extLst>
          </p:cNvPr>
          <p:cNvPicPr>
            <a:picLocks noChangeAspect="1"/>
          </p:cNvPicPr>
          <p:nvPr/>
        </p:nvPicPr>
        <p:blipFill>
          <a:blip r:embed="rId2"/>
          <a:stretch>
            <a:fillRect/>
          </a:stretch>
        </p:blipFill>
        <p:spPr>
          <a:xfrm>
            <a:off x="2029097" y="4180984"/>
            <a:ext cx="1695687" cy="476316"/>
          </a:xfrm>
          <a:prstGeom prst="rect">
            <a:avLst/>
          </a:prstGeom>
        </p:spPr>
      </p:pic>
      <p:pic>
        <p:nvPicPr>
          <p:cNvPr id="7" name="Picture 6">
            <a:extLst>
              <a:ext uri="{FF2B5EF4-FFF2-40B4-BE49-F238E27FC236}">
                <a16:creationId xmlns:a16="http://schemas.microsoft.com/office/drawing/2014/main" id="{07498E72-2959-6A9C-EE21-2E9E11E2D992}"/>
              </a:ext>
            </a:extLst>
          </p:cNvPr>
          <p:cNvPicPr>
            <a:picLocks noChangeAspect="1"/>
          </p:cNvPicPr>
          <p:nvPr/>
        </p:nvPicPr>
        <p:blipFill>
          <a:blip r:embed="rId3"/>
          <a:stretch>
            <a:fillRect/>
          </a:stretch>
        </p:blipFill>
        <p:spPr>
          <a:xfrm>
            <a:off x="879565" y="4668007"/>
            <a:ext cx="4478569" cy="1856066"/>
          </a:xfrm>
          <a:prstGeom prst="rect">
            <a:avLst/>
          </a:prstGeom>
        </p:spPr>
      </p:pic>
      <p:pic>
        <p:nvPicPr>
          <p:cNvPr id="8" name="Picture 7">
            <a:extLst>
              <a:ext uri="{FF2B5EF4-FFF2-40B4-BE49-F238E27FC236}">
                <a16:creationId xmlns:a16="http://schemas.microsoft.com/office/drawing/2014/main" id="{5D87B526-9C88-4FD2-4B14-EE88DC519CC3}"/>
              </a:ext>
            </a:extLst>
          </p:cNvPr>
          <p:cNvPicPr>
            <a:picLocks noChangeAspect="1"/>
          </p:cNvPicPr>
          <p:nvPr/>
        </p:nvPicPr>
        <p:blipFill>
          <a:blip r:embed="rId4"/>
          <a:stretch>
            <a:fillRect/>
          </a:stretch>
        </p:blipFill>
        <p:spPr>
          <a:xfrm>
            <a:off x="5529942" y="4735677"/>
            <a:ext cx="6513087" cy="1788396"/>
          </a:xfrm>
          <a:prstGeom prst="rect">
            <a:avLst/>
          </a:prstGeom>
        </p:spPr>
      </p:pic>
      <p:sp>
        <p:nvSpPr>
          <p:cNvPr id="9" name="Rectangle 8">
            <a:extLst>
              <a:ext uri="{FF2B5EF4-FFF2-40B4-BE49-F238E27FC236}">
                <a16:creationId xmlns:a16="http://schemas.microsoft.com/office/drawing/2014/main" id="{E62A8857-CF9A-4CAB-3E1E-DBBD3C0FACAD}"/>
              </a:ext>
            </a:extLst>
          </p:cNvPr>
          <p:cNvSpPr/>
          <p:nvPr/>
        </p:nvSpPr>
        <p:spPr>
          <a:xfrm>
            <a:off x="2717081" y="1342655"/>
            <a:ext cx="649601" cy="369332"/>
          </a:xfrm>
          <a:prstGeom prst="rect">
            <a:avLst/>
          </a:prstGeom>
        </p:spPr>
        <p:txBody>
          <a:bodyPr wrap="none">
            <a:spAutoFit/>
          </a:bodyPr>
          <a:lstStyle/>
          <a:p>
            <a:r>
              <a:rPr lang="en-US" dirty="0"/>
              <a:t>pa++</a:t>
            </a:r>
          </a:p>
        </p:txBody>
      </p:sp>
      <p:sp>
        <p:nvSpPr>
          <p:cNvPr id="10" name="Rectangle 9">
            <a:extLst>
              <a:ext uri="{FF2B5EF4-FFF2-40B4-BE49-F238E27FC236}">
                <a16:creationId xmlns:a16="http://schemas.microsoft.com/office/drawing/2014/main" id="{BE4DCD15-4FC2-5CE2-ECB5-52F82AE3DA85}"/>
              </a:ext>
            </a:extLst>
          </p:cNvPr>
          <p:cNvSpPr/>
          <p:nvPr/>
        </p:nvSpPr>
        <p:spPr>
          <a:xfrm>
            <a:off x="1828806" y="1342655"/>
            <a:ext cx="748923" cy="369332"/>
          </a:xfrm>
          <a:prstGeom prst="rect">
            <a:avLst/>
          </a:prstGeom>
        </p:spPr>
        <p:txBody>
          <a:bodyPr wrap="none">
            <a:spAutoFit/>
          </a:bodyPr>
          <a:lstStyle/>
          <a:p>
            <a:r>
              <a:rPr lang="en-US" dirty="0"/>
              <a:t>pa = a</a:t>
            </a:r>
          </a:p>
        </p:txBody>
      </p:sp>
      <p:sp>
        <p:nvSpPr>
          <p:cNvPr id="11" name="TextBox 10">
            <a:extLst>
              <a:ext uri="{FF2B5EF4-FFF2-40B4-BE49-F238E27FC236}">
                <a16:creationId xmlns:a16="http://schemas.microsoft.com/office/drawing/2014/main" id="{6EEEF54C-9BC1-23CF-FEE4-821D34FDE0C2}"/>
              </a:ext>
            </a:extLst>
          </p:cNvPr>
          <p:cNvSpPr txBox="1"/>
          <p:nvPr/>
        </p:nvSpPr>
        <p:spPr>
          <a:xfrm>
            <a:off x="1628503" y="1036320"/>
            <a:ext cx="5279972" cy="369332"/>
          </a:xfrm>
          <a:prstGeom prst="rect">
            <a:avLst/>
          </a:prstGeom>
          <a:noFill/>
        </p:spPr>
        <p:txBody>
          <a:bodyPr wrap="none" rtlCol="0">
            <a:spAutoFit/>
          </a:bodyPr>
          <a:lstStyle/>
          <a:p>
            <a:r>
              <a:rPr lang="en-US" dirty="0"/>
              <a:t>Con </a:t>
            </a:r>
            <a:r>
              <a:rPr lang="en-US" dirty="0" err="1"/>
              <a:t>trỏ</a:t>
            </a:r>
            <a:r>
              <a:rPr lang="en-US" dirty="0"/>
              <a:t> </a:t>
            </a:r>
            <a:r>
              <a:rPr lang="en-US" dirty="0" err="1"/>
              <a:t>là</a:t>
            </a:r>
            <a:r>
              <a:rPr lang="en-US" dirty="0"/>
              <a:t> 1 </a:t>
            </a:r>
            <a:r>
              <a:rPr lang="en-US" dirty="0" err="1"/>
              <a:t>biến</a:t>
            </a:r>
            <a:r>
              <a:rPr lang="en-US" dirty="0"/>
              <a:t> </a:t>
            </a:r>
            <a:r>
              <a:rPr lang="en-US" dirty="0" err="1"/>
              <a:t>nên</a:t>
            </a:r>
            <a:r>
              <a:rPr lang="en-US" dirty="0"/>
              <a:t> </a:t>
            </a:r>
            <a:r>
              <a:rPr lang="en-US" dirty="0" err="1"/>
              <a:t>các</a:t>
            </a:r>
            <a:r>
              <a:rPr lang="en-US" dirty="0"/>
              <a:t> </a:t>
            </a:r>
            <a:r>
              <a:rPr lang="en-US" dirty="0" err="1"/>
              <a:t>câu</a:t>
            </a:r>
            <a:r>
              <a:rPr lang="en-US" dirty="0"/>
              <a:t> </a:t>
            </a:r>
            <a:r>
              <a:rPr lang="en-US" dirty="0" err="1"/>
              <a:t>lên</a:t>
            </a:r>
            <a:r>
              <a:rPr lang="en-US" dirty="0"/>
              <a:t> </a:t>
            </a:r>
            <a:r>
              <a:rPr lang="en-US" dirty="0" err="1"/>
              <a:t>như</a:t>
            </a:r>
            <a:r>
              <a:rPr lang="en-US" dirty="0"/>
              <a:t> </a:t>
            </a:r>
            <a:r>
              <a:rPr lang="en-US" dirty="0" err="1"/>
              <a:t>thế</a:t>
            </a:r>
            <a:r>
              <a:rPr lang="en-US" dirty="0"/>
              <a:t> </a:t>
            </a:r>
            <a:r>
              <a:rPr lang="en-US" dirty="0" err="1"/>
              <a:t>này</a:t>
            </a:r>
            <a:r>
              <a:rPr lang="en-US" dirty="0"/>
              <a:t> </a:t>
            </a:r>
            <a:r>
              <a:rPr lang="en-US" dirty="0" err="1"/>
              <a:t>là</a:t>
            </a:r>
            <a:r>
              <a:rPr lang="en-US" dirty="0"/>
              <a:t> </a:t>
            </a:r>
            <a:r>
              <a:rPr lang="en-US" dirty="0" err="1"/>
              <a:t>hơn</a:t>
            </a:r>
            <a:r>
              <a:rPr lang="en-US" dirty="0"/>
              <a:t> </a:t>
            </a:r>
            <a:r>
              <a:rPr lang="en-US" dirty="0" err="1"/>
              <a:t>lệ</a:t>
            </a:r>
            <a:endParaRPr lang="en-US" dirty="0"/>
          </a:p>
        </p:txBody>
      </p:sp>
    </p:spTree>
    <p:extLst>
      <p:ext uri="{BB962C8B-B14F-4D97-AF65-F5344CB8AC3E}">
        <p14:creationId xmlns:p14="http://schemas.microsoft.com/office/powerpoint/2010/main" val="24251633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52595C0-79C9-CFEC-12E7-48AC045B09AB}"/>
              </a:ext>
            </a:extLst>
          </p:cNvPr>
          <p:cNvPicPr>
            <a:picLocks noChangeAspect="1"/>
          </p:cNvPicPr>
          <p:nvPr/>
        </p:nvPicPr>
        <p:blipFill>
          <a:blip r:embed="rId2"/>
          <a:stretch>
            <a:fillRect/>
          </a:stretch>
        </p:blipFill>
        <p:spPr>
          <a:xfrm>
            <a:off x="1177522" y="196406"/>
            <a:ext cx="1533739" cy="581106"/>
          </a:xfrm>
          <a:prstGeom prst="rect">
            <a:avLst/>
          </a:prstGeom>
        </p:spPr>
      </p:pic>
      <p:pic>
        <p:nvPicPr>
          <p:cNvPr id="3" name="Picture 2">
            <a:extLst>
              <a:ext uri="{FF2B5EF4-FFF2-40B4-BE49-F238E27FC236}">
                <a16:creationId xmlns:a16="http://schemas.microsoft.com/office/drawing/2014/main" id="{D0A01153-F71C-2EBF-0D2D-2D6040E17FFF}"/>
              </a:ext>
            </a:extLst>
          </p:cNvPr>
          <p:cNvPicPr>
            <a:picLocks noChangeAspect="1"/>
          </p:cNvPicPr>
          <p:nvPr/>
        </p:nvPicPr>
        <p:blipFill>
          <a:blip r:embed="rId3"/>
          <a:stretch>
            <a:fillRect/>
          </a:stretch>
        </p:blipFill>
        <p:spPr>
          <a:xfrm>
            <a:off x="873239" y="659529"/>
            <a:ext cx="5625736" cy="1230407"/>
          </a:xfrm>
          <a:prstGeom prst="rect">
            <a:avLst/>
          </a:prstGeom>
        </p:spPr>
      </p:pic>
      <p:sp>
        <p:nvSpPr>
          <p:cNvPr id="4" name="Rectangle 3">
            <a:extLst>
              <a:ext uri="{FF2B5EF4-FFF2-40B4-BE49-F238E27FC236}">
                <a16:creationId xmlns:a16="http://schemas.microsoft.com/office/drawing/2014/main" id="{CAD5776F-832F-B6B8-7D57-74B71130E9D9}"/>
              </a:ext>
            </a:extLst>
          </p:cNvPr>
          <p:cNvSpPr/>
          <p:nvPr/>
        </p:nvSpPr>
        <p:spPr>
          <a:xfrm>
            <a:off x="1265124" y="1837885"/>
            <a:ext cx="6096000" cy="646331"/>
          </a:xfrm>
          <a:prstGeom prst="rect">
            <a:avLst/>
          </a:prstGeom>
        </p:spPr>
        <p:txBody>
          <a:bodyPr>
            <a:spAutoFit/>
          </a:bodyPr>
          <a:lstStyle/>
          <a:p>
            <a:r>
              <a:rPr lang="vi-VN" dirty="0"/>
              <a:t>định nghĩa một mảng có kích thước là 10, nghĩa là một khối gồm 10 đối tượng liên tiếp nhau</a:t>
            </a:r>
            <a:r>
              <a:rPr lang="en-US" dirty="0"/>
              <a:t>.</a:t>
            </a:r>
          </a:p>
        </p:txBody>
      </p:sp>
      <p:pic>
        <p:nvPicPr>
          <p:cNvPr id="5" name="Picture 4">
            <a:extLst>
              <a:ext uri="{FF2B5EF4-FFF2-40B4-BE49-F238E27FC236}">
                <a16:creationId xmlns:a16="http://schemas.microsoft.com/office/drawing/2014/main" id="{B32C3FA5-0C9F-270F-0247-266F6281864A}"/>
              </a:ext>
            </a:extLst>
          </p:cNvPr>
          <p:cNvPicPr>
            <a:picLocks noChangeAspect="1"/>
          </p:cNvPicPr>
          <p:nvPr/>
        </p:nvPicPr>
        <p:blipFill>
          <a:blip r:embed="rId4"/>
          <a:stretch>
            <a:fillRect/>
          </a:stretch>
        </p:blipFill>
        <p:spPr>
          <a:xfrm>
            <a:off x="792481" y="2721463"/>
            <a:ext cx="1448002" cy="523948"/>
          </a:xfrm>
          <a:prstGeom prst="rect">
            <a:avLst/>
          </a:prstGeom>
        </p:spPr>
      </p:pic>
      <p:pic>
        <p:nvPicPr>
          <p:cNvPr id="6" name="Picture 5">
            <a:extLst>
              <a:ext uri="{FF2B5EF4-FFF2-40B4-BE49-F238E27FC236}">
                <a16:creationId xmlns:a16="http://schemas.microsoft.com/office/drawing/2014/main" id="{210032E2-E3AA-19C0-476C-A1E9F64BA06F}"/>
              </a:ext>
            </a:extLst>
          </p:cNvPr>
          <p:cNvPicPr>
            <a:picLocks noChangeAspect="1"/>
          </p:cNvPicPr>
          <p:nvPr/>
        </p:nvPicPr>
        <p:blipFill>
          <a:blip r:embed="rId5"/>
          <a:stretch>
            <a:fillRect/>
          </a:stretch>
        </p:blipFill>
        <p:spPr>
          <a:xfrm>
            <a:off x="873239" y="3173106"/>
            <a:ext cx="1457528" cy="504895"/>
          </a:xfrm>
          <a:prstGeom prst="rect">
            <a:avLst/>
          </a:prstGeom>
        </p:spPr>
      </p:pic>
      <p:pic>
        <p:nvPicPr>
          <p:cNvPr id="7" name="Picture 6">
            <a:extLst>
              <a:ext uri="{FF2B5EF4-FFF2-40B4-BE49-F238E27FC236}">
                <a16:creationId xmlns:a16="http://schemas.microsoft.com/office/drawing/2014/main" id="{5AFB9F77-B86F-8CC1-97D9-2877F0BC4234}"/>
              </a:ext>
            </a:extLst>
          </p:cNvPr>
          <p:cNvPicPr>
            <a:picLocks noChangeAspect="1"/>
          </p:cNvPicPr>
          <p:nvPr/>
        </p:nvPicPr>
        <p:blipFill>
          <a:blip r:embed="rId6"/>
          <a:stretch>
            <a:fillRect/>
          </a:stretch>
        </p:blipFill>
        <p:spPr>
          <a:xfrm>
            <a:off x="792481" y="3839691"/>
            <a:ext cx="5026769" cy="1545311"/>
          </a:xfrm>
          <a:prstGeom prst="rect">
            <a:avLst/>
          </a:prstGeom>
        </p:spPr>
      </p:pic>
      <p:sp>
        <p:nvSpPr>
          <p:cNvPr id="8" name="Rectangle 1">
            <a:extLst>
              <a:ext uri="{FF2B5EF4-FFF2-40B4-BE49-F238E27FC236}">
                <a16:creationId xmlns:a16="http://schemas.microsoft.com/office/drawing/2014/main" id="{C4D8BD1B-3059-1E90-54EA-821728954C26}"/>
              </a:ext>
            </a:extLst>
          </p:cNvPr>
          <p:cNvSpPr>
            <a:spLocks noChangeArrowheads="1"/>
          </p:cNvSpPr>
          <p:nvPr/>
        </p:nvSpPr>
        <p:spPr bwMode="auto">
          <a:xfrm>
            <a:off x="1038700" y="5566016"/>
            <a:ext cx="632737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err="1">
                <a:ln>
                  <a:noFill/>
                </a:ln>
                <a:solidFill>
                  <a:schemeClr val="tx1"/>
                </a:solidFill>
                <a:effectLst/>
                <a:latin typeface="Arial" panose="020B0604020202020204" pitchFamily="34" charset="0"/>
              </a:rPr>
              <a:t>tên</a:t>
            </a:r>
            <a:r>
              <a:rPr kumimoji="0" lang="en-US" altLang="en-US" sz="1800" b="1"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err="1">
                <a:ln>
                  <a:noFill/>
                </a:ln>
                <a:solidFill>
                  <a:schemeClr val="tx1"/>
                </a:solidFill>
                <a:effectLst/>
                <a:latin typeface="Arial" panose="020B0604020202020204" pitchFamily="34" charset="0"/>
              </a:rPr>
              <a:t>mảng</a:t>
            </a:r>
            <a:r>
              <a:rPr kumimoji="0" lang="en-US" altLang="en-US" sz="1800" b="1"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err="1">
                <a:ln>
                  <a:noFill/>
                </a:ln>
                <a:solidFill>
                  <a:schemeClr val="tx1"/>
                </a:solidFill>
                <a:effectLst/>
                <a:latin typeface="Arial" panose="020B0604020202020204" pitchFamily="34" charset="0"/>
              </a:rPr>
              <a:t>không</a:t>
            </a:r>
            <a:r>
              <a:rPr kumimoji="0" lang="en-US" altLang="en-US" sz="1800" b="1"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err="1">
                <a:ln>
                  <a:noFill/>
                </a:ln>
                <a:solidFill>
                  <a:schemeClr val="tx1"/>
                </a:solidFill>
                <a:effectLst/>
                <a:latin typeface="Arial" panose="020B0604020202020204" pitchFamily="34" charset="0"/>
              </a:rPr>
              <a:t>phải</a:t>
            </a:r>
            <a:r>
              <a:rPr kumimoji="0" lang="en-US" altLang="en-US" sz="1800" b="1"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err="1">
                <a:ln>
                  <a:noFill/>
                </a:ln>
                <a:solidFill>
                  <a:schemeClr val="tx1"/>
                </a:solidFill>
                <a:effectLst/>
                <a:latin typeface="Arial" panose="020B0604020202020204" pitchFamily="34" charset="0"/>
              </a:rPr>
              <a:t>là</a:t>
            </a:r>
            <a:r>
              <a:rPr kumimoji="0" lang="en-US" altLang="en-US" sz="1800" b="1"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err="1">
                <a:ln>
                  <a:noFill/>
                </a:ln>
                <a:solidFill>
                  <a:schemeClr val="tx1"/>
                </a:solidFill>
                <a:effectLst/>
                <a:latin typeface="Arial" panose="020B0604020202020204" pitchFamily="34" charset="0"/>
              </a:rPr>
              <a:t>một</a:t>
            </a:r>
            <a:r>
              <a:rPr kumimoji="0" lang="en-US" altLang="en-US" sz="1800" b="1"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err="1">
                <a:ln>
                  <a:noFill/>
                </a:ln>
                <a:solidFill>
                  <a:schemeClr val="tx1"/>
                </a:solidFill>
                <a:effectLst/>
                <a:latin typeface="Arial" panose="020B0604020202020204" pitchFamily="34" charset="0"/>
              </a:rPr>
              <a:t>biến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các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cấu</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trúc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lệnh</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như</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800" b="0" i="0" u="none" strike="noStrike" cap="none" normalizeH="0" baseline="0" dirty="0">
                <a:ln>
                  <a:noFill/>
                </a:ln>
                <a:solidFill>
                  <a:schemeClr val="tx1"/>
                </a:solidFill>
                <a:effectLst/>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TextBox 8">
            <a:extLst>
              <a:ext uri="{FF2B5EF4-FFF2-40B4-BE49-F238E27FC236}">
                <a16:creationId xmlns:a16="http://schemas.microsoft.com/office/drawing/2014/main" id="{93D55B36-ECDD-6232-5EB2-A69A87FFB59D}"/>
              </a:ext>
            </a:extLst>
          </p:cNvPr>
          <p:cNvSpPr txBox="1"/>
          <p:nvPr/>
        </p:nvSpPr>
        <p:spPr>
          <a:xfrm>
            <a:off x="7361124" y="5672385"/>
            <a:ext cx="748923" cy="369332"/>
          </a:xfrm>
          <a:prstGeom prst="rect">
            <a:avLst/>
          </a:prstGeom>
          <a:noFill/>
        </p:spPr>
        <p:txBody>
          <a:bodyPr wrap="none" rtlCol="0">
            <a:spAutoFit/>
          </a:bodyPr>
          <a:lstStyle/>
          <a:p>
            <a:r>
              <a:rPr lang="en-US" dirty="0"/>
              <a:t>a = pa</a:t>
            </a:r>
          </a:p>
        </p:txBody>
      </p:sp>
      <p:sp>
        <p:nvSpPr>
          <p:cNvPr id="10" name="TextBox 9">
            <a:extLst>
              <a:ext uri="{FF2B5EF4-FFF2-40B4-BE49-F238E27FC236}">
                <a16:creationId xmlns:a16="http://schemas.microsoft.com/office/drawing/2014/main" id="{52F6A880-5C13-F227-BA86-1B0D6FD852BE}"/>
              </a:ext>
            </a:extLst>
          </p:cNvPr>
          <p:cNvSpPr txBox="1"/>
          <p:nvPr/>
        </p:nvSpPr>
        <p:spPr>
          <a:xfrm>
            <a:off x="8110047" y="5663597"/>
            <a:ext cx="527773" cy="369332"/>
          </a:xfrm>
          <a:prstGeom prst="rect">
            <a:avLst/>
          </a:prstGeom>
          <a:noFill/>
        </p:spPr>
        <p:txBody>
          <a:bodyPr wrap="none" rtlCol="0">
            <a:spAutoFit/>
          </a:bodyPr>
          <a:lstStyle/>
          <a:p>
            <a:r>
              <a:rPr lang="en-US" dirty="0"/>
              <a:t>a++</a:t>
            </a:r>
          </a:p>
        </p:txBody>
      </p:sp>
      <p:sp>
        <p:nvSpPr>
          <p:cNvPr id="11" name="TextBox 10">
            <a:extLst>
              <a:ext uri="{FF2B5EF4-FFF2-40B4-BE49-F238E27FC236}">
                <a16:creationId xmlns:a16="http://schemas.microsoft.com/office/drawing/2014/main" id="{BFF786B2-F505-38F0-DAAA-11BA1A8BF5D0}"/>
              </a:ext>
            </a:extLst>
          </p:cNvPr>
          <p:cNvSpPr txBox="1"/>
          <p:nvPr/>
        </p:nvSpPr>
        <p:spPr>
          <a:xfrm>
            <a:off x="8858970" y="5672385"/>
            <a:ext cx="1630575" cy="369332"/>
          </a:xfrm>
          <a:prstGeom prst="rect">
            <a:avLst/>
          </a:prstGeom>
          <a:noFill/>
        </p:spPr>
        <p:txBody>
          <a:bodyPr wrap="none" rtlCol="0">
            <a:spAutoFit/>
          </a:bodyPr>
          <a:lstStyle/>
          <a:p>
            <a:r>
              <a:rPr lang="en-US" dirty="0" err="1"/>
              <a:t>là</a:t>
            </a:r>
            <a:r>
              <a:rPr lang="en-US" dirty="0"/>
              <a:t> </a:t>
            </a:r>
            <a:r>
              <a:rPr lang="en-US" dirty="0" err="1"/>
              <a:t>không</a:t>
            </a:r>
            <a:r>
              <a:rPr lang="en-US" dirty="0"/>
              <a:t> </a:t>
            </a:r>
            <a:r>
              <a:rPr lang="en-US" dirty="0" err="1"/>
              <a:t>hợp</a:t>
            </a:r>
            <a:r>
              <a:rPr lang="en-US" dirty="0"/>
              <a:t> </a:t>
            </a:r>
            <a:r>
              <a:rPr lang="en-US" dirty="0" err="1"/>
              <a:t>lệ</a:t>
            </a:r>
            <a:endParaRPr lang="en-US" dirty="0"/>
          </a:p>
        </p:txBody>
      </p:sp>
      <p:sp>
        <p:nvSpPr>
          <p:cNvPr id="12" name="TextBox 11">
            <a:extLst>
              <a:ext uri="{FF2B5EF4-FFF2-40B4-BE49-F238E27FC236}">
                <a16:creationId xmlns:a16="http://schemas.microsoft.com/office/drawing/2014/main" id="{FC4FBDDB-CD9F-51C0-FA3E-98217FBB9EDC}"/>
              </a:ext>
            </a:extLst>
          </p:cNvPr>
          <p:cNvSpPr txBox="1"/>
          <p:nvPr/>
        </p:nvSpPr>
        <p:spPr>
          <a:xfrm>
            <a:off x="994701" y="5915683"/>
            <a:ext cx="8679556" cy="646331"/>
          </a:xfrm>
          <a:prstGeom prst="rect">
            <a:avLst/>
          </a:prstGeom>
          <a:noFill/>
        </p:spPr>
        <p:txBody>
          <a:bodyPr wrap="none" rtlCol="0">
            <a:spAutoFit/>
          </a:bodyPr>
          <a:lstStyle/>
          <a:p>
            <a:r>
              <a:rPr lang="en-US" dirty="0" err="1"/>
              <a:t>Khi</a:t>
            </a:r>
            <a:r>
              <a:rPr lang="en-US" dirty="0"/>
              <a:t> </a:t>
            </a:r>
            <a:r>
              <a:rPr lang="en-US" dirty="0" err="1"/>
              <a:t>tên</a:t>
            </a:r>
            <a:r>
              <a:rPr lang="en-US" dirty="0"/>
              <a:t> </a:t>
            </a:r>
            <a:r>
              <a:rPr lang="en-US" dirty="0" err="1"/>
              <a:t>mảng</a:t>
            </a:r>
            <a:r>
              <a:rPr lang="en-US" dirty="0"/>
              <a:t> </a:t>
            </a:r>
            <a:r>
              <a:rPr lang="en-US" dirty="0" err="1"/>
              <a:t>được</a:t>
            </a:r>
            <a:r>
              <a:rPr lang="en-US" dirty="0"/>
              <a:t> </a:t>
            </a:r>
            <a:r>
              <a:rPr lang="en-US" dirty="0" err="1"/>
              <a:t>truyền</a:t>
            </a:r>
            <a:r>
              <a:rPr lang="en-US" dirty="0"/>
              <a:t> </a:t>
            </a:r>
            <a:r>
              <a:rPr lang="en-US" dirty="0" err="1"/>
              <a:t>vào</a:t>
            </a:r>
            <a:r>
              <a:rPr lang="en-US" dirty="0"/>
              <a:t> </a:t>
            </a:r>
            <a:r>
              <a:rPr lang="en-US" dirty="0" err="1"/>
              <a:t>hàm</a:t>
            </a:r>
            <a:r>
              <a:rPr lang="en-US" dirty="0"/>
              <a:t>, </a:t>
            </a:r>
            <a:r>
              <a:rPr lang="en-US" dirty="0" err="1"/>
              <a:t>thứ</a:t>
            </a:r>
            <a:r>
              <a:rPr lang="en-US" dirty="0"/>
              <a:t> </a:t>
            </a:r>
            <a:r>
              <a:rPr lang="en-US" dirty="0" err="1"/>
              <a:t>thật</a:t>
            </a:r>
            <a:r>
              <a:rPr lang="en-US" dirty="0"/>
              <a:t> </a:t>
            </a:r>
            <a:r>
              <a:rPr lang="en-US" dirty="0" err="1"/>
              <a:t>sự</a:t>
            </a:r>
            <a:r>
              <a:rPr lang="en-US" dirty="0"/>
              <a:t> </a:t>
            </a:r>
            <a:r>
              <a:rPr lang="en-US" dirty="0" err="1"/>
              <a:t>truyền</a:t>
            </a:r>
            <a:r>
              <a:rPr lang="en-US" dirty="0"/>
              <a:t> </a:t>
            </a:r>
            <a:r>
              <a:rPr lang="en-US" dirty="0" err="1"/>
              <a:t>vào</a:t>
            </a:r>
            <a:r>
              <a:rPr lang="en-US" dirty="0"/>
              <a:t> </a:t>
            </a:r>
            <a:r>
              <a:rPr lang="en-US" dirty="0" err="1"/>
              <a:t>là</a:t>
            </a:r>
            <a:r>
              <a:rPr lang="en-US" dirty="0"/>
              <a:t> </a:t>
            </a:r>
            <a:r>
              <a:rPr lang="en-US" dirty="0" err="1"/>
              <a:t>địa</a:t>
            </a:r>
            <a:r>
              <a:rPr lang="en-US" dirty="0"/>
              <a:t> </a:t>
            </a:r>
            <a:r>
              <a:rPr lang="en-US" dirty="0" err="1"/>
              <a:t>chỉ</a:t>
            </a:r>
            <a:r>
              <a:rPr lang="en-US" dirty="0"/>
              <a:t> </a:t>
            </a:r>
            <a:r>
              <a:rPr lang="en-US" dirty="0" err="1"/>
              <a:t>của</a:t>
            </a:r>
            <a:r>
              <a:rPr lang="en-US" dirty="0"/>
              <a:t> </a:t>
            </a:r>
            <a:r>
              <a:rPr lang="en-US" dirty="0" err="1"/>
              <a:t>phần</a:t>
            </a:r>
            <a:r>
              <a:rPr lang="en-US" dirty="0"/>
              <a:t> </a:t>
            </a:r>
            <a:r>
              <a:rPr lang="en-US" dirty="0" err="1"/>
              <a:t>tử</a:t>
            </a:r>
            <a:r>
              <a:rPr lang="en-US" dirty="0"/>
              <a:t> </a:t>
            </a:r>
            <a:r>
              <a:rPr lang="en-US" dirty="0" err="1"/>
              <a:t>đầu</a:t>
            </a:r>
            <a:r>
              <a:rPr lang="en-US" dirty="0"/>
              <a:t> </a:t>
            </a:r>
            <a:r>
              <a:rPr lang="en-US" dirty="0" err="1"/>
              <a:t>tiên</a:t>
            </a:r>
            <a:r>
              <a:rPr lang="en-US" dirty="0"/>
              <a:t>.</a:t>
            </a:r>
          </a:p>
          <a:p>
            <a:endParaRPr lang="en-US" dirty="0"/>
          </a:p>
        </p:txBody>
      </p:sp>
    </p:spTree>
    <p:extLst>
      <p:ext uri="{BB962C8B-B14F-4D97-AF65-F5344CB8AC3E}">
        <p14:creationId xmlns:p14="http://schemas.microsoft.com/office/powerpoint/2010/main" val="23079678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0FDAE5-E2D3-ACA3-D5F8-302B4E3E34AF}"/>
              </a:ext>
            </a:extLst>
          </p:cNvPr>
          <p:cNvSpPr txBox="1">
            <a:spLocks/>
          </p:cNvSpPr>
          <p:nvPr/>
        </p:nvSpPr>
        <p:spPr>
          <a:xfrm>
            <a:off x="258445" y="1297305"/>
            <a:ext cx="11663045" cy="4721860"/>
          </a:xfrm>
          <a:prstGeom prst="rect">
            <a:avLst/>
          </a:prstGeom>
        </p:spPr>
        <p:txBody>
          <a:bodyPr/>
          <a:lst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a:t>Data alignment trong struct:</a:t>
            </a:r>
          </a:p>
        </p:txBody>
      </p:sp>
      <p:pic>
        <p:nvPicPr>
          <p:cNvPr id="3" name="Picture 2">
            <a:extLst>
              <a:ext uri="{FF2B5EF4-FFF2-40B4-BE49-F238E27FC236}">
                <a16:creationId xmlns:a16="http://schemas.microsoft.com/office/drawing/2014/main" id="{051C4A4F-744A-ACC4-2950-20A76578C89A}"/>
              </a:ext>
            </a:extLst>
          </p:cNvPr>
          <p:cNvPicPr>
            <a:picLocks noChangeAspect="1"/>
          </p:cNvPicPr>
          <p:nvPr/>
        </p:nvPicPr>
        <p:blipFill>
          <a:blip r:embed="rId2"/>
          <a:stretch>
            <a:fillRect/>
          </a:stretch>
        </p:blipFill>
        <p:spPr>
          <a:xfrm>
            <a:off x="3959278" y="2229039"/>
            <a:ext cx="2381582" cy="2000529"/>
          </a:xfrm>
          <a:prstGeom prst="rect">
            <a:avLst/>
          </a:prstGeom>
        </p:spPr>
      </p:pic>
    </p:spTree>
    <p:extLst>
      <p:ext uri="{BB962C8B-B14F-4D97-AF65-F5344CB8AC3E}">
        <p14:creationId xmlns:p14="http://schemas.microsoft.com/office/powerpoint/2010/main" val="41174750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93BD444-8780-7039-222D-92F60086A8D5}"/>
              </a:ext>
            </a:extLst>
          </p:cNvPr>
          <p:cNvSpPr txBox="1">
            <a:spLocks/>
          </p:cNvSpPr>
          <p:nvPr/>
        </p:nvSpPr>
        <p:spPr>
          <a:xfrm>
            <a:off x="258445" y="1297305"/>
            <a:ext cx="11663045" cy="4721860"/>
          </a:xfrm>
          <a:prstGeom prst="rect">
            <a:avLst/>
          </a:prstGeom>
        </p:spPr>
        <p:txBody>
          <a:bodyPr/>
          <a:lst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a:t>Data alignment trong struct:</a:t>
            </a:r>
          </a:p>
        </p:txBody>
      </p:sp>
      <p:pic>
        <p:nvPicPr>
          <p:cNvPr id="3" name="Picture 2">
            <a:extLst>
              <a:ext uri="{FF2B5EF4-FFF2-40B4-BE49-F238E27FC236}">
                <a16:creationId xmlns:a16="http://schemas.microsoft.com/office/drawing/2014/main" id="{FD71B088-FBFC-0724-BFF3-7B341EFD0139}"/>
              </a:ext>
            </a:extLst>
          </p:cNvPr>
          <p:cNvPicPr>
            <a:picLocks noChangeAspect="1"/>
          </p:cNvPicPr>
          <p:nvPr/>
        </p:nvPicPr>
        <p:blipFill>
          <a:blip r:embed="rId3"/>
          <a:stretch>
            <a:fillRect/>
          </a:stretch>
        </p:blipFill>
        <p:spPr>
          <a:xfrm>
            <a:off x="3445996" y="1704666"/>
            <a:ext cx="2381582" cy="2000529"/>
          </a:xfrm>
          <a:prstGeom prst="rect">
            <a:avLst/>
          </a:prstGeom>
        </p:spPr>
      </p:pic>
      <p:pic>
        <p:nvPicPr>
          <p:cNvPr id="4" name="Picture 3">
            <a:extLst>
              <a:ext uri="{FF2B5EF4-FFF2-40B4-BE49-F238E27FC236}">
                <a16:creationId xmlns:a16="http://schemas.microsoft.com/office/drawing/2014/main" id="{7A7DBF1A-7DF0-7C6D-37C3-F6B36241AA9F}"/>
              </a:ext>
            </a:extLst>
          </p:cNvPr>
          <p:cNvPicPr>
            <a:picLocks noChangeAspect="1"/>
          </p:cNvPicPr>
          <p:nvPr/>
        </p:nvPicPr>
        <p:blipFill>
          <a:blip r:embed="rId4"/>
          <a:stretch>
            <a:fillRect/>
          </a:stretch>
        </p:blipFill>
        <p:spPr>
          <a:xfrm>
            <a:off x="2341356" y="3705195"/>
            <a:ext cx="7497221" cy="962159"/>
          </a:xfrm>
          <a:prstGeom prst="rect">
            <a:avLst/>
          </a:prstGeom>
        </p:spPr>
      </p:pic>
      <p:pic>
        <p:nvPicPr>
          <p:cNvPr id="5" name="Picture 4">
            <a:extLst>
              <a:ext uri="{FF2B5EF4-FFF2-40B4-BE49-F238E27FC236}">
                <a16:creationId xmlns:a16="http://schemas.microsoft.com/office/drawing/2014/main" id="{62291C0B-6DD7-6ADE-FA60-B700CBD452D7}"/>
              </a:ext>
            </a:extLst>
          </p:cNvPr>
          <p:cNvPicPr>
            <a:picLocks noChangeAspect="1"/>
          </p:cNvPicPr>
          <p:nvPr/>
        </p:nvPicPr>
        <p:blipFill>
          <a:blip r:embed="rId5"/>
          <a:stretch>
            <a:fillRect/>
          </a:stretch>
        </p:blipFill>
        <p:spPr>
          <a:xfrm>
            <a:off x="2341356" y="5057006"/>
            <a:ext cx="7449590" cy="962159"/>
          </a:xfrm>
          <a:prstGeom prst="rect">
            <a:avLst/>
          </a:prstGeom>
        </p:spPr>
      </p:pic>
      <p:pic>
        <p:nvPicPr>
          <p:cNvPr id="6" name="Picture 5">
            <a:extLst>
              <a:ext uri="{FF2B5EF4-FFF2-40B4-BE49-F238E27FC236}">
                <a16:creationId xmlns:a16="http://schemas.microsoft.com/office/drawing/2014/main" id="{AFDDBFAA-64A5-D2A1-3EC9-23C3FB97DA5A}"/>
              </a:ext>
            </a:extLst>
          </p:cNvPr>
          <p:cNvPicPr>
            <a:picLocks noChangeAspect="1"/>
          </p:cNvPicPr>
          <p:nvPr/>
        </p:nvPicPr>
        <p:blipFill>
          <a:blip r:embed="rId6"/>
          <a:stretch>
            <a:fillRect/>
          </a:stretch>
        </p:blipFill>
        <p:spPr>
          <a:xfrm>
            <a:off x="1397851" y="5323855"/>
            <a:ext cx="525543" cy="473680"/>
          </a:xfrm>
          <a:prstGeom prst="rect">
            <a:avLst/>
          </a:prstGeom>
        </p:spPr>
      </p:pic>
      <p:pic>
        <p:nvPicPr>
          <p:cNvPr id="7" name="Picture 6">
            <a:extLst>
              <a:ext uri="{FF2B5EF4-FFF2-40B4-BE49-F238E27FC236}">
                <a16:creationId xmlns:a16="http://schemas.microsoft.com/office/drawing/2014/main" id="{CEF75E5E-A062-285D-6A11-ED46ED5C24CE}"/>
              </a:ext>
            </a:extLst>
          </p:cNvPr>
          <p:cNvPicPr>
            <a:picLocks noChangeAspect="1"/>
          </p:cNvPicPr>
          <p:nvPr/>
        </p:nvPicPr>
        <p:blipFill>
          <a:blip r:embed="rId7"/>
          <a:stretch>
            <a:fillRect/>
          </a:stretch>
        </p:blipFill>
        <p:spPr>
          <a:xfrm>
            <a:off x="1397850" y="4129494"/>
            <a:ext cx="525543" cy="537860"/>
          </a:xfrm>
          <a:prstGeom prst="rect">
            <a:avLst/>
          </a:prstGeom>
        </p:spPr>
      </p:pic>
      <p:sp>
        <p:nvSpPr>
          <p:cNvPr id="9" name="TextBox 8">
            <a:extLst>
              <a:ext uri="{FF2B5EF4-FFF2-40B4-BE49-F238E27FC236}">
                <a16:creationId xmlns:a16="http://schemas.microsoft.com/office/drawing/2014/main" id="{B19B88E9-DB03-550C-F66F-D97EB7EE04F5}"/>
              </a:ext>
            </a:extLst>
          </p:cNvPr>
          <p:cNvSpPr txBox="1"/>
          <p:nvPr/>
        </p:nvSpPr>
        <p:spPr>
          <a:xfrm>
            <a:off x="6295696" y="1236718"/>
            <a:ext cx="6093912" cy="286232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b="0" i="0" dirty="0">
                <a:solidFill>
                  <a:srgbClr val="383544"/>
                </a:solidFill>
                <a:effectLst/>
                <a:latin typeface="Roboto" panose="02000000000000000000" pitchFamily="2" charset="0"/>
              </a:rPr>
              <a:t>Tất cả các kiểu dữ liệu trong C đều được yêu cầu </a:t>
            </a:r>
            <a:r>
              <a:rPr lang="vi-VN" b="1" i="0" u="none" strike="noStrike" dirty="0">
                <a:solidFill>
                  <a:srgbClr val="383544"/>
                </a:solidFill>
                <a:effectLst/>
                <a:latin typeface="Roboto" panose="02000000000000000000" pitchFamily="2" charset="0"/>
              </a:rPr>
              <a:t>Alignment</a:t>
            </a:r>
            <a:r>
              <a:rPr lang="en-US" b="1" i="0" u="none" strike="noStrike" dirty="0">
                <a:solidFill>
                  <a:srgbClr val="383544"/>
                </a:solidFill>
                <a:effectLst/>
                <a:latin typeface="Roboto" panose="02000000000000000000" pitchFamily="2" charset="0"/>
              </a:rPr>
              <a:t>. </a:t>
            </a:r>
            <a:r>
              <a:rPr lang="vi-VN" b="0" i="0" dirty="0">
                <a:solidFill>
                  <a:srgbClr val="383544"/>
                </a:solidFill>
                <a:effectLst/>
                <a:latin typeface="Roboto" panose="02000000000000000000" pitchFamily="2" charset="0"/>
              </a:rPr>
              <a:t>Một vi xử lý sẽ được xử lý độ rộng của một word phụ thuộc</a:t>
            </a:r>
            <a:r>
              <a:rPr lang="en-US" b="0" i="0" dirty="0">
                <a:solidFill>
                  <a:srgbClr val="383544"/>
                </a:solidFill>
                <a:effectLst/>
                <a:latin typeface="Roboto" panose="02000000000000000000" pitchFamily="2" charset="0"/>
              </a:rPr>
              <a:t> </a:t>
            </a:r>
            <a:r>
              <a:rPr lang="en-US" b="0" i="0" dirty="0" err="1">
                <a:solidFill>
                  <a:srgbClr val="383544"/>
                </a:solidFill>
                <a:effectLst/>
                <a:latin typeface="Roboto" panose="02000000000000000000" pitchFamily="2" charset="0"/>
              </a:rPr>
              <a:t>vào</a:t>
            </a:r>
            <a:r>
              <a:rPr lang="en-US" b="0" i="0" dirty="0">
                <a:solidFill>
                  <a:srgbClr val="383544"/>
                </a:solidFill>
                <a:effectLst/>
                <a:latin typeface="Roboto" panose="02000000000000000000" pitchFamily="2" charset="0"/>
              </a:rPr>
              <a:t> </a:t>
            </a:r>
            <a:r>
              <a:rPr lang="en-US" b="0" i="0" dirty="0" err="1">
                <a:solidFill>
                  <a:srgbClr val="383544"/>
                </a:solidFill>
                <a:effectLst/>
                <a:latin typeface="Roboto" panose="02000000000000000000" pitchFamily="2" charset="0"/>
              </a:rPr>
              <a:t>kiến</a:t>
            </a:r>
            <a:r>
              <a:rPr lang="en-US" b="0" i="0" dirty="0">
                <a:solidFill>
                  <a:srgbClr val="383544"/>
                </a:solidFill>
                <a:effectLst/>
                <a:latin typeface="Roboto" panose="02000000000000000000" pitchFamily="2" charset="0"/>
              </a:rPr>
              <a:t> </a:t>
            </a:r>
            <a:r>
              <a:rPr lang="en-US" b="0" i="0" dirty="0" err="1">
                <a:solidFill>
                  <a:srgbClr val="383544"/>
                </a:solidFill>
                <a:effectLst/>
                <a:latin typeface="Roboto" panose="02000000000000000000" pitchFamily="2" charset="0"/>
              </a:rPr>
              <a:t>trúc</a:t>
            </a:r>
            <a:r>
              <a:rPr lang="en-US" b="0" i="0" dirty="0">
                <a:solidFill>
                  <a:srgbClr val="383544"/>
                </a:solidFill>
                <a:effectLst/>
                <a:latin typeface="Roboto" panose="02000000000000000000" pitchFamily="2" charset="0"/>
              </a:rPr>
              <a:t> </a:t>
            </a:r>
            <a:r>
              <a:rPr lang="en-US" b="0" i="0" dirty="0" err="1">
                <a:solidFill>
                  <a:srgbClr val="383544"/>
                </a:solidFill>
                <a:effectLst/>
                <a:latin typeface="Roboto" panose="02000000000000000000" pitchFamily="2" charset="0"/>
              </a:rPr>
              <a:t>của</a:t>
            </a:r>
            <a:r>
              <a:rPr lang="en-US" b="0" i="0" dirty="0">
                <a:solidFill>
                  <a:srgbClr val="383544"/>
                </a:solidFill>
                <a:effectLst/>
                <a:latin typeface="Roboto" panose="02000000000000000000" pitchFamily="2" charset="0"/>
              </a:rPr>
              <a:t> </a:t>
            </a:r>
            <a:r>
              <a:rPr lang="en-US" b="0" i="0" dirty="0" err="1">
                <a:solidFill>
                  <a:srgbClr val="383544"/>
                </a:solidFill>
                <a:effectLst/>
                <a:latin typeface="Roboto" panose="02000000000000000000" pitchFamily="2" charset="0"/>
              </a:rPr>
              <a:t>nó</a:t>
            </a:r>
            <a:r>
              <a:rPr lang="en-US" b="0" i="0" dirty="0">
                <a:solidFill>
                  <a:srgbClr val="383544"/>
                </a:solidFill>
                <a:effectLst/>
                <a:latin typeface="Roboto" panose="02000000000000000000" pitchFamily="2" charset="0"/>
              </a:rPr>
              <a:t>. </a:t>
            </a:r>
            <a:r>
              <a:rPr lang="vi-VN" b="0" i="0" dirty="0">
                <a:solidFill>
                  <a:srgbClr val="383544"/>
                </a:solidFill>
                <a:effectLst/>
                <a:latin typeface="Roboto" panose="02000000000000000000" pitchFamily="2" charset="0"/>
              </a:rPr>
              <a:t>Đối với vi xử lý 32-bits, </a:t>
            </a:r>
            <a:r>
              <a:rPr lang="vi-VN" b="0" i="0" dirty="0">
                <a:solidFill>
                  <a:srgbClr val="273239"/>
                </a:solidFill>
                <a:effectLst/>
                <a:latin typeface="Nunito" pitchFamily="2" charset="0"/>
              </a:rPr>
              <a:t>bộ xử lý có thể truy cập bộ nhớ với kích thước từ cố định là 4 byte</a:t>
            </a:r>
            <a:r>
              <a:rPr lang="en-US" b="0" i="0" dirty="0">
                <a:solidFill>
                  <a:srgbClr val="273239"/>
                </a:solidFill>
                <a:effectLst/>
                <a:latin typeface="Nunito" pitchFamily="2" charset="0"/>
              </a:rPr>
              <a:t>. </a:t>
            </a:r>
            <a:r>
              <a:rPr lang="en-US" b="0" i="0" dirty="0" err="1">
                <a:solidFill>
                  <a:srgbClr val="383544"/>
                </a:solidFill>
                <a:effectLst/>
                <a:latin typeface="Roboto" panose="02000000000000000000" pitchFamily="2" charset="0"/>
              </a:rPr>
              <a:t>Mỗi</a:t>
            </a:r>
            <a:r>
              <a:rPr lang="vi-VN" b="0" i="0" dirty="0">
                <a:solidFill>
                  <a:srgbClr val="383544"/>
                </a:solidFill>
                <a:effectLst/>
                <a:latin typeface="Roboto" panose="02000000000000000000" pitchFamily="2" charset="0"/>
              </a:rPr>
              <a:t> </a:t>
            </a:r>
            <a:r>
              <a:rPr lang="en-US" b="0" i="0" dirty="0">
                <a:solidFill>
                  <a:srgbClr val="383544"/>
                </a:solidFill>
                <a:effectLst/>
                <a:latin typeface="Roboto" panose="02000000000000000000" pitchFamily="2" charset="0"/>
              </a:rPr>
              <a:t>chu </a:t>
            </a:r>
            <a:r>
              <a:rPr lang="en-US" b="0" i="0" dirty="0" err="1">
                <a:solidFill>
                  <a:srgbClr val="383544"/>
                </a:solidFill>
                <a:effectLst/>
                <a:latin typeface="Roboto" panose="02000000000000000000" pitchFamily="2" charset="0"/>
              </a:rPr>
              <a:t>kì</a:t>
            </a:r>
            <a:r>
              <a:rPr lang="en-US" b="0" i="0" dirty="0">
                <a:solidFill>
                  <a:srgbClr val="383544"/>
                </a:solidFill>
                <a:effectLst/>
                <a:latin typeface="Roboto" panose="02000000000000000000" pitchFamily="2" charset="0"/>
              </a:rPr>
              <a:t> </a:t>
            </a:r>
            <a:r>
              <a:rPr lang="vi-VN" b="0" i="0" dirty="0">
                <a:solidFill>
                  <a:srgbClr val="383544"/>
                </a:solidFill>
                <a:effectLst/>
                <a:latin typeface="Roboto" panose="02000000000000000000" pitchFamily="2" charset="0"/>
              </a:rPr>
              <a:t>máy chúng ta sẽ lấy được 4 bytes thay vì 1 byte.</a:t>
            </a:r>
            <a:endParaRPr lang="en-US" b="0" i="0" dirty="0">
              <a:solidFill>
                <a:srgbClr val="273239"/>
              </a:solidFill>
              <a:effectLst/>
              <a:latin typeface="Nunito" pitchFamily="2" charset="0"/>
            </a:endParaRPr>
          </a:p>
          <a:p>
            <a:r>
              <a:rPr lang="vi-VN" b="0" i="0" dirty="0">
                <a:solidFill>
                  <a:srgbClr val="273239"/>
                </a:solidFill>
                <a:effectLst/>
                <a:latin typeface="Nunito" pitchFamily="2" charset="0"/>
              </a:rPr>
              <a:t>Căn chỉnh dữ liệu</a:t>
            </a:r>
            <a:r>
              <a:rPr lang="en-US" b="0" i="0" dirty="0">
                <a:solidFill>
                  <a:srgbClr val="273239"/>
                </a:solidFill>
                <a:effectLst/>
                <a:latin typeface="Nunito" pitchFamily="2" charset="0"/>
              </a:rPr>
              <a:t> </a:t>
            </a:r>
            <a:r>
              <a:rPr lang="en-US" b="0" i="0" dirty="0" err="1">
                <a:solidFill>
                  <a:srgbClr val="273239"/>
                </a:solidFill>
                <a:effectLst/>
                <a:latin typeface="Nunito" pitchFamily="2" charset="0"/>
              </a:rPr>
              <a:t>là</a:t>
            </a:r>
            <a:r>
              <a:rPr lang="en-US" b="0" i="0" dirty="0">
                <a:solidFill>
                  <a:srgbClr val="273239"/>
                </a:solidFill>
                <a:effectLst/>
                <a:latin typeface="Nunito" pitchFamily="2" charset="0"/>
              </a:rPr>
              <a:t> </a:t>
            </a:r>
            <a:r>
              <a:rPr lang="vi-VN" b="0" i="0" dirty="0">
                <a:solidFill>
                  <a:srgbClr val="273239"/>
                </a:solidFill>
                <a:effectLst/>
                <a:latin typeface="Nunito" pitchFamily="2" charset="0"/>
              </a:rPr>
              <a:t>cách dữ liệu được sắp xếp và truy cập trong bộ nhớ máy tính. </a:t>
            </a:r>
            <a:r>
              <a:rPr lang="en-GB" b="0" i="0" dirty="0" err="1">
                <a:solidFill>
                  <a:srgbClr val="273239"/>
                </a:solidFill>
                <a:effectLst/>
                <a:latin typeface="Nunito" pitchFamily="2" charset="0"/>
              </a:rPr>
              <a:t>Điều</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này</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làm</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tăng</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hiệu</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suất</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của</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hệ</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thống</a:t>
            </a:r>
            <a:r>
              <a:rPr lang="en-GB" b="0" i="0" dirty="0">
                <a:solidFill>
                  <a:srgbClr val="273239"/>
                </a:solidFill>
                <a:effectLst/>
                <a:latin typeface="Nunito" pitchFamily="2" charset="0"/>
              </a:rPr>
              <a:t> do </a:t>
            </a:r>
            <a:r>
              <a:rPr lang="en-GB" b="0" i="0" dirty="0" err="1">
                <a:solidFill>
                  <a:srgbClr val="273239"/>
                </a:solidFill>
                <a:effectLst/>
                <a:latin typeface="Nunito" pitchFamily="2" charset="0"/>
              </a:rPr>
              <a:t>cách</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xử</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lý</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bộ</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nhớ</a:t>
            </a:r>
            <a:r>
              <a:rPr lang="en-GB" b="0" i="0" dirty="0">
                <a:solidFill>
                  <a:srgbClr val="273239"/>
                </a:solidFill>
                <a:effectLst/>
                <a:latin typeface="Nunito" pitchFamily="2" charset="0"/>
              </a:rPr>
              <a:t>. </a:t>
            </a:r>
          </a:p>
          <a:p>
            <a:r>
              <a:rPr lang="en-GB" b="0" i="0" dirty="0" err="1">
                <a:solidFill>
                  <a:srgbClr val="273239"/>
                </a:solidFill>
                <a:effectLst/>
                <a:latin typeface="Nunito" pitchFamily="2" charset="0"/>
              </a:rPr>
              <a:t>Vì</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vậy</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phải</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chèn</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một</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số</a:t>
            </a:r>
            <a:r>
              <a:rPr lang="en-GB" b="0" i="0" dirty="0">
                <a:solidFill>
                  <a:srgbClr val="273239"/>
                </a:solidFill>
                <a:effectLst/>
                <a:latin typeface="Nunito" pitchFamily="2" charset="0"/>
              </a:rPr>
              <a:t> byte </a:t>
            </a:r>
            <a:r>
              <a:rPr lang="en-GB" b="0" i="0" dirty="0" err="1">
                <a:solidFill>
                  <a:srgbClr val="273239"/>
                </a:solidFill>
                <a:effectLst/>
                <a:latin typeface="Nunito" pitchFamily="2" charset="0"/>
              </a:rPr>
              <a:t>bổ</a:t>
            </a:r>
            <a:r>
              <a:rPr lang="en-GB" b="0" i="0" dirty="0">
                <a:solidFill>
                  <a:srgbClr val="273239"/>
                </a:solidFill>
                <a:effectLst/>
                <a:latin typeface="Nunito" pitchFamily="2" charset="0"/>
              </a:rPr>
              <a:t> sung </a:t>
            </a:r>
            <a:r>
              <a:rPr lang="en-GB" b="0" i="0" dirty="0" err="1">
                <a:solidFill>
                  <a:srgbClr val="273239"/>
                </a:solidFill>
                <a:effectLst/>
                <a:latin typeface="Nunito" pitchFamily="2" charset="0"/>
              </a:rPr>
              <a:t>giữa</a:t>
            </a:r>
            <a:r>
              <a:rPr lang="en-GB" b="0" i="0" dirty="0">
                <a:solidFill>
                  <a:srgbClr val="273239"/>
                </a:solidFill>
                <a:effectLst/>
                <a:latin typeface="Nunito" pitchFamily="2" charset="0"/>
              </a:rPr>
              <a:t> </a:t>
            </a:r>
            <a:r>
              <a:rPr lang="en-GB" b="0" i="0" dirty="0" err="1">
                <a:solidFill>
                  <a:srgbClr val="273239"/>
                </a:solidFill>
                <a:effectLst/>
                <a:latin typeface="Nunito" pitchFamily="2" charset="0"/>
              </a:rPr>
              <a:t>gọi</a:t>
            </a:r>
            <a:r>
              <a:rPr lang="en-GB" b="0" i="0" dirty="0">
                <a:solidFill>
                  <a:srgbClr val="273239"/>
                </a:solidFill>
                <a:effectLst/>
                <a:latin typeface="Nunito" pitchFamily="2" charset="0"/>
              </a:rPr>
              <a:t> padding.</a:t>
            </a:r>
            <a:endParaRPr lang="en-GB" dirty="0"/>
          </a:p>
        </p:txBody>
      </p:sp>
    </p:spTree>
    <p:extLst>
      <p:ext uri="{BB962C8B-B14F-4D97-AF65-F5344CB8AC3E}">
        <p14:creationId xmlns:p14="http://schemas.microsoft.com/office/powerpoint/2010/main" val="3399026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79FC3A-4AF1-FB57-786F-7C21FFC4B246}"/>
              </a:ext>
            </a:extLst>
          </p:cNvPr>
          <p:cNvSpPr txBox="1">
            <a:spLocks/>
          </p:cNvSpPr>
          <p:nvPr/>
        </p:nvSpPr>
        <p:spPr>
          <a:xfrm>
            <a:off x="258445" y="1297305"/>
            <a:ext cx="11663045" cy="4721860"/>
          </a:xfrm>
          <a:prstGeom prst="rect">
            <a:avLst/>
          </a:prstGeom>
        </p:spPr>
        <p:txBody>
          <a:bodyPr/>
          <a:lst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a:t>Data alignment trong struct:</a:t>
            </a:r>
          </a:p>
        </p:txBody>
      </p:sp>
      <p:pic>
        <p:nvPicPr>
          <p:cNvPr id="3" name="Picture 2">
            <a:extLst>
              <a:ext uri="{FF2B5EF4-FFF2-40B4-BE49-F238E27FC236}">
                <a16:creationId xmlns:a16="http://schemas.microsoft.com/office/drawing/2014/main" id="{522E5BDD-4B46-D731-14A4-658C30F0207D}"/>
              </a:ext>
            </a:extLst>
          </p:cNvPr>
          <p:cNvPicPr>
            <a:picLocks noChangeAspect="1"/>
          </p:cNvPicPr>
          <p:nvPr/>
        </p:nvPicPr>
        <p:blipFill>
          <a:blip r:embed="rId2"/>
          <a:stretch>
            <a:fillRect/>
          </a:stretch>
        </p:blipFill>
        <p:spPr>
          <a:xfrm>
            <a:off x="2191317" y="2442354"/>
            <a:ext cx="2372056" cy="2162477"/>
          </a:xfrm>
          <a:prstGeom prst="rect">
            <a:avLst/>
          </a:prstGeom>
        </p:spPr>
      </p:pic>
      <p:pic>
        <p:nvPicPr>
          <p:cNvPr id="4" name="Picture 3">
            <a:extLst>
              <a:ext uri="{FF2B5EF4-FFF2-40B4-BE49-F238E27FC236}">
                <a16:creationId xmlns:a16="http://schemas.microsoft.com/office/drawing/2014/main" id="{BDCA5B8B-6B6A-F91B-08D8-1C9486771B81}"/>
              </a:ext>
            </a:extLst>
          </p:cNvPr>
          <p:cNvPicPr>
            <a:picLocks noChangeAspect="1"/>
          </p:cNvPicPr>
          <p:nvPr/>
        </p:nvPicPr>
        <p:blipFill>
          <a:blip r:embed="rId3"/>
          <a:stretch>
            <a:fillRect/>
          </a:stretch>
        </p:blipFill>
        <p:spPr>
          <a:xfrm>
            <a:off x="5965638" y="2442354"/>
            <a:ext cx="2276793" cy="2353003"/>
          </a:xfrm>
          <a:prstGeom prst="rect">
            <a:avLst/>
          </a:prstGeom>
        </p:spPr>
      </p:pic>
    </p:spTree>
    <p:extLst>
      <p:ext uri="{BB962C8B-B14F-4D97-AF65-F5344CB8AC3E}">
        <p14:creationId xmlns:p14="http://schemas.microsoft.com/office/powerpoint/2010/main" val="13136011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94EED9-462C-B110-63DC-2A277D9E5656}"/>
              </a:ext>
            </a:extLst>
          </p:cNvPr>
          <p:cNvSpPr txBox="1">
            <a:spLocks/>
          </p:cNvSpPr>
          <p:nvPr/>
        </p:nvSpPr>
        <p:spPr>
          <a:xfrm>
            <a:off x="258445" y="1297305"/>
            <a:ext cx="11663045" cy="4721860"/>
          </a:xfrm>
          <a:prstGeom prst="rect">
            <a:avLst/>
          </a:prstGeom>
        </p:spPr>
        <p:txBody>
          <a:bodyPr/>
          <a:lst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a:t>Sau khi tắt padding:</a:t>
            </a:r>
          </a:p>
        </p:txBody>
      </p:sp>
      <p:pic>
        <p:nvPicPr>
          <p:cNvPr id="3" name="Picture 2">
            <a:extLst>
              <a:ext uri="{FF2B5EF4-FFF2-40B4-BE49-F238E27FC236}">
                <a16:creationId xmlns:a16="http://schemas.microsoft.com/office/drawing/2014/main" id="{9BE41B80-3E59-4139-D91C-0267EDD83605}"/>
              </a:ext>
            </a:extLst>
          </p:cNvPr>
          <p:cNvPicPr>
            <a:picLocks noChangeAspect="1"/>
          </p:cNvPicPr>
          <p:nvPr/>
        </p:nvPicPr>
        <p:blipFill>
          <a:blip r:embed="rId2"/>
          <a:stretch>
            <a:fillRect/>
          </a:stretch>
        </p:blipFill>
        <p:spPr>
          <a:xfrm>
            <a:off x="2341356" y="3705195"/>
            <a:ext cx="7497221" cy="962159"/>
          </a:xfrm>
          <a:prstGeom prst="rect">
            <a:avLst/>
          </a:prstGeom>
        </p:spPr>
      </p:pic>
      <p:pic>
        <p:nvPicPr>
          <p:cNvPr id="4" name="Picture 3">
            <a:extLst>
              <a:ext uri="{FF2B5EF4-FFF2-40B4-BE49-F238E27FC236}">
                <a16:creationId xmlns:a16="http://schemas.microsoft.com/office/drawing/2014/main" id="{64A09FC6-C33A-3A7A-D730-35C3C9CA1B74}"/>
              </a:ext>
            </a:extLst>
          </p:cNvPr>
          <p:cNvPicPr>
            <a:picLocks noChangeAspect="1"/>
          </p:cNvPicPr>
          <p:nvPr/>
        </p:nvPicPr>
        <p:blipFill>
          <a:blip r:embed="rId3"/>
          <a:stretch>
            <a:fillRect/>
          </a:stretch>
        </p:blipFill>
        <p:spPr>
          <a:xfrm>
            <a:off x="4146595" y="1571366"/>
            <a:ext cx="3886742" cy="1857634"/>
          </a:xfrm>
          <a:prstGeom prst="rect">
            <a:avLst/>
          </a:prstGeom>
        </p:spPr>
      </p:pic>
      <p:pic>
        <p:nvPicPr>
          <p:cNvPr id="5" name="Picture 4">
            <a:extLst>
              <a:ext uri="{FF2B5EF4-FFF2-40B4-BE49-F238E27FC236}">
                <a16:creationId xmlns:a16="http://schemas.microsoft.com/office/drawing/2014/main" id="{ABCC0963-CC31-6D9F-A124-60FB91669570}"/>
              </a:ext>
            </a:extLst>
          </p:cNvPr>
          <p:cNvPicPr>
            <a:picLocks noChangeAspect="1"/>
          </p:cNvPicPr>
          <p:nvPr/>
        </p:nvPicPr>
        <p:blipFill>
          <a:blip r:embed="rId4"/>
          <a:stretch>
            <a:fillRect/>
          </a:stretch>
        </p:blipFill>
        <p:spPr>
          <a:xfrm>
            <a:off x="1408361" y="4073124"/>
            <a:ext cx="525543" cy="473680"/>
          </a:xfrm>
          <a:prstGeom prst="rect">
            <a:avLst/>
          </a:prstGeom>
        </p:spPr>
      </p:pic>
    </p:spTree>
    <p:extLst>
      <p:ext uri="{BB962C8B-B14F-4D97-AF65-F5344CB8AC3E}">
        <p14:creationId xmlns:p14="http://schemas.microsoft.com/office/powerpoint/2010/main" val="3490314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7822BB-F492-2B4C-E6AA-13F060824554}"/>
              </a:ext>
            </a:extLst>
          </p:cNvPr>
          <p:cNvSpPr txBox="1">
            <a:spLocks/>
          </p:cNvSpPr>
          <p:nvPr/>
        </p:nvSpPr>
        <p:spPr>
          <a:xfrm>
            <a:off x="258445" y="1297305"/>
            <a:ext cx="11663045" cy="4721860"/>
          </a:xfrm>
          <a:prstGeom prst="rect">
            <a:avLst/>
          </a:prstGeom>
        </p:spPr>
        <p:txBody>
          <a:bodyPr/>
          <a:lstStyle>
            <a:lvl1pPr marL="0" marR="0" indent="0" algn="l" defTabSz="914149" rtl="0" eaLnBrk="1" fontAlgn="auto" latinLnBrk="0" hangingPunct="1">
              <a:lnSpc>
                <a:spcPct val="90000"/>
              </a:lnSpc>
              <a:spcBef>
                <a:spcPts val="1000"/>
              </a:spcBef>
              <a:spcAft>
                <a:spcPts val="0"/>
              </a:spcAft>
              <a:buClrTx/>
              <a:buSzTx/>
              <a:buFont typeface="Arial" panose="020B0604020202020204" pitchFamily="34" charset="0"/>
              <a:buNone/>
              <a:tabLst/>
              <a:defRPr lang="en-US" sz="1800" kern="1200" dirty="0">
                <a:solidFill>
                  <a:schemeClr val="tx1"/>
                </a:solidFill>
                <a:latin typeface="FS PF BeauSans Pro" panose="02000500000000020004" pitchFamily="2" charset="0"/>
                <a:ea typeface="+mn-ea"/>
                <a:cs typeface="+mn-cs"/>
              </a:defRPr>
            </a:lvl1pPr>
            <a:lvl2pPr marL="685611"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2pPr>
            <a:lvl3pPr marL="1142686"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3pPr>
            <a:lvl4pPr marL="1599760"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4pPr>
            <a:lvl5pPr marL="2056834" indent="-228537" algn="l" defTabSz="914149"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FS PF BeauSans Pro" panose="02000500000000020004" pitchFamily="2" charset="0"/>
                <a:ea typeface="+mn-ea"/>
                <a:cs typeface="+mn-cs"/>
              </a:defRPr>
            </a:lvl5pPr>
            <a:lvl6pPr marL="2513909"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983"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057"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131" indent="-228537" algn="l" defTabSz="91414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a:solidFill>
                  <a:srgbClr val="000000"/>
                </a:solidFill>
              </a:rPr>
              <a:t>Bit field là một tính năng giúp ta có thể quy định mỗi biến thành phần bên trong struct sẽ sử dụng bao nhiêu bit bằng cách thêm ‘:’</a:t>
            </a:r>
            <a:r>
              <a:rPr lang="en-GB" sz="2000"/>
              <a:t> </a:t>
            </a:r>
            <a:br>
              <a:rPr lang="en-GB"/>
            </a:br>
            <a:endParaRPr lang="en-GB"/>
          </a:p>
        </p:txBody>
      </p:sp>
      <p:pic>
        <p:nvPicPr>
          <p:cNvPr id="3" name="Picture 2">
            <a:extLst>
              <a:ext uri="{FF2B5EF4-FFF2-40B4-BE49-F238E27FC236}">
                <a16:creationId xmlns:a16="http://schemas.microsoft.com/office/drawing/2014/main" id="{32827CF3-3096-DD70-021C-13F25456AAB2}"/>
              </a:ext>
            </a:extLst>
          </p:cNvPr>
          <p:cNvPicPr>
            <a:picLocks noChangeAspect="1"/>
          </p:cNvPicPr>
          <p:nvPr/>
        </p:nvPicPr>
        <p:blipFill>
          <a:blip r:embed="rId2"/>
          <a:stretch>
            <a:fillRect/>
          </a:stretch>
        </p:blipFill>
        <p:spPr>
          <a:xfrm>
            <a:off x="2890747" y="2431915"/>
            <a:ext cx="6011114" cy="1962424"/>
          </a:xfrm>
          <a:prstGeom prst="rect">
            <a:avLst/>
          </a:prstGeom>
        </p:spPr>
      </p:pic>
      <p:sp>
        <p:nvSpPr>
          <p:cNvPr id="4" name="TextBox 3">
            <a:extLst>
              <a:ext uri="{FF2B5EF4-FFF2-40B4-BE49-F238E27FC236}">
                <a16:creationId xmlns:a16="http://schemas.microsoft.com/office/drawing/2014/main" id="{3DE962DE-DE44-401B-DE35-1F647C33F540}"/>
              </a:ext>
            </a:extLst>
          </p:cNvPr>
          <p:cNvSpPr txBox="1"/>
          <p:nvPr/>
        </p:nvSpPr>
        <p:spPr>
          <a:xfrm>
            <a:off x="367461" y="4852809"/>
            <a:ext cx="8534400" cy="707886"/>
          </a:xfrm>
          <a:prstGeom prst="rect">
            <a:avLst/>
          </a:prstGeom>
          <a:noFill/>
        </p:spPr>
        <p:txBody>
          <a:bodyPr wrap="square">
            <a:spAutoFit/>
          </a:bodyPr>
          <a:lstStyle/>
          <a:p>
            <a:pPr marL="285750" indent="-285750">
              <a:buFont typeface="Arial" panose="020B0604020202020204" pitchFamily="34" charset="0"/>
              <a:buChar char="•"/>
            </a:pPr>
            <a:r>
              <a:rPr lang="en-US" sz="2000" dirty="0">
                <a:solidFill>
                  <a:srgbClr val="000000"/>
                </a:solidFill>
                <a:latin typeface="+mj-lt"/>
              </a:rPr>
              <a:t>S</a:t>
            </a:r>
            <a:r>
              <a:rPr lang="vi-VN" sz="2000" b="0" i="0" dirty="0">
                <a:solidFill>
                  <a:srgbClr val="000000"/>
                </a:solidFill>
                <a:effectLst/>
                <a:latin typeface="+mj-lt"/>
              </a:rPr>
              <a:t>ố bit phải nhỏ hơn số bit kích thước của kiểu dữ liệu</a:t>
            </a:r>
            <a:r>
              <a:rPr lang="en-US" sz="2000" b="0" i="0" dirty="0">
                <a:solidFill>
                  <a:srgbClr val="000000"/>
                </a:solidFill>
                <a:effectLst/>
                <a:latin typeface="+mj-lt"/>
              </a:rPr>
              <a:t>.</a:t>
            </a:r>
            <a:r>
              <a:rPr lang="vi-VN" sz="2000" dirty="0">
                <a:latin typeface="+mj-lt"/>
              </a:rPr>
              <a:t> </a:t>
            </a:r>
            <a:br>
              <a:rPr lang="vi-VN" sz="2000" dirty="0">
                <a:latin typeface="+mj-lt"/>
              </a:rPr>
            </a:br>
            <a:endParaRPr lang="en-GB" sz="2000" dirty="0">
              <a:latin typeface="+mj-lt"/>
            </a:endParaRPr>
          </a:p>
        </p:txBody>
      </p:sp>
    </p:spTree>
    <p:extLst>
      <p:ext uri="{BB962C8B-B14F-4D97-AF65-F5344CB8AC3E}">
        <p14:creationId xmlns:p14="http://schemas.microsoft.com/office/powerpoint/2010/main" val="1888578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7BDD7-1E5E-AE62-05EF-CC7EDCB03032}"/>
              </a:ext>
            </a:extLst>
          </p:cNvPr>
          <p:cNvSpPr txBox="1">
            <a:spLocks/>
          </p:cNvSpPr>
          <p:nvPr/>
        </p:nvSpPr>
        <p:spPr>
          <a:xfrm>
            <a:off x="583793" y="1001870"/>
            <a:ext cx="8781691" cy="6150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sz="3200" dirty="0">
                <a:latin typeface="+mn-lt"/>
              </a:rPr>
              <a:t>Union</a:t>
            </a:r>
          </a:p>
        </p:txBody>
      </p:sp>
      <p:sp>
        <p:nvSpPr>
          <p:cNvPr id="3" name="Content Placeholder 2">
            <a:extLst>
              <a:ext uri="{FF2B5EF4-FFF2-40B4-BE49-F238E27FC236}">
                <a16:creationId xmlns:a16="http://schemas.microsoft.com/office/drawing/2014/main" id="{80131456-3D2E-CD51-89F7-51EF51B5A0E1}"/>
              </a:ext>
            </a:extLst>
          </p:cNvPr>
          <p:cNvSpPr txBox="1">
            <a:spLocks/>
          </p:cNvSpPr>
          <p:nvPr/>
        </p:nvSpPr>
        <p:spPr>
          <a:xfrm>
            <a:off x="583793" y="1589036"/>
            <a:ext cx="8241031" cy="51049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lnSpc>
                <a:spcPct val="130000"/>
              </a:lnSpc>
              <a:spcBef>
                <a:spcPts val="600"/>
              </a:spcBef>
              <a:spcAft>
                <a:spcPts val="600"/>
              </a:spcAft>
            </a:pPr>
            <a:r>
              <a:rPr lang="vi-VN" sz="2200" kern="100" dirty="0">
                <a:effectLst/>
                <a:ea typeface="Calibri" panose="020F0502020204030204" pitchFamily="34" charset="0"/>
                <a:cs typeface="Times New Roman" panose="02020603050405020304" pitchFamily="18" charset="0"/>
              </a:rPr>
              <a:t>Union là 1 phư</a:t>
            </a:r>
            <a:r>
              <a:rPr lang="en-US" sz="2200" kern="100" dirty="0">
                <a:ea typeface="Calibri" panose="020F0502020204030204" pitchFamily="34" charset="0"/>
                <a:cs typeface="Times New Roman" panose="02020603050405020304" pitchFamily="18" charset="0"/>
              </a:rPr>
              <a:t>ơ</a:t>
            </a:r>
            <a:r>
              <a:rPr lang="vi-VN" sz="2200" kern="100" dirty="0">
                <a:effectLst/>
                <a:ea typeface="Calibri" panose="020F0502020204030204" pitchFamily="34" charset="0"/>
                <a:cs typeface="Times New Roman" panose="02020603050405020304" pitchFamily="18" charset="0"/>
              </a:rPr>
              <a:t>ng thức để tạo 1 nhóm các biến có kiểu dữ liệu khác nhau, nhưng vùng nhớ được cấp cho union sẽ bằng với kích thước của biến thành phần có kích thước lớn nhất. </a:t>
            </a:r>
            <a:endParaRPr lang="en-US" sz="2200" kern="100" dirty="0">
              <a:effectLst/>
              <a:ea typeface="Calibri" panose="020F0502020204030204" pitchFamily="34" charset="0"/>
              <a:cs typeface="Times New Roman" panose="02020603050405020304" pitchFamily="18" charset="0"/>
            </a:endParaRPr>
          </a:p>
          <a:p>
            <a:pPr algn="l">
              <a:lnSpc>
                <a:spcPct val="130000"/>
              </a:lnSpc>
              <a:spcBef>
                <a:spcPts val="600"/>
              </a:spcBef>
              <a:spcAft>
                <a:spcPts val="600"/>
              </a:spcAft>
            </a:pPr>
            <a:r>
              <a:rPr lang="vi-VN" sz="2200" kern="100" dirty="0">
                <a:effectLst/>
                <a:ea typeface="Calibri" panose="020F0502020204030204" pitchFamily="34" charset="0"/>
                <a:cs typeface="Times New Roman" panose="02020603050405020304" pitchFamily="18" charset="0"/>
              </a:rPr>
              <a:t>Cú pháp:</a:t>
            </a:r>
            <a:endParaRPr lang="en-US" sz="2200" kern="100" dirty="0">
              <a:effectLst/>
              <a:ea typeface="Calibri" panose="020F0502020204030204" pitchFamily="34" charset="0"/>
              <a:cs typeface="Times New Roman" panose="02020603050405020304" pitchFamily="18" charset="0"/>
            </a:endParaRPr>
          </a:p>
          <a:p>
            <a:pPr marL="0" indent="0" algn="just">
              <a:lnSpc>
                <a:spcPct val="130000"/>
              </a:lnSpc>
              <a:spcBef>
                <a:spcPts val="600"/>
              </a:spcBef>
              <a:spcAft>
                <a:spcPts val="600"/>
              </a:spcAft>
              <a:buNone/>
            </a:pPr>
            <a:r>
              <a:rPr lang="en-US" sz="1800" b="1" kern="100" dirty="0">
                <a:solidFill>
                  <a:srgbClr val="385623"/>
                </a:solidFill>
                <a:effectLst/>
                <a:ea typeface="Calibri" panose="020F0502020204030204" pitchFamily="34" charset="0"/>
                <a:cs typeface="Times New Roman" panose="02020603050405020304" pitchFamily="18" charset="0"/>
              </a:rPr>
              <a:t>	union</a:t>
            </a:r>
            <a:r>
              <a:rPr lang="en-US" sz="1800" kern="100" dirty="0">
                <a:effectLst/>
                <a:ea typeface="Calibri" panose="020F0502020204030204" pitchFamily="34" charset="0"/>
                <a:cs typeface="Times New Roman" panose="02020603050405020304" pitchFamily="18" charset="0"/>
              </a:rPr>
              <a:t> [</a:t>
            </a:r>
            <a:r>
              <a:rPr lang="en-US" sz="1800" kern="100" dirty="0" err="1">
                <a:effectLst/>
                <a:ea typeface="Calibri" panose="020F0502020204030204" pitchFamily="34" charset="0"/>
                <a:cs typeface="Times New Roman" panose="02020603050405020304" pitchFamily="18" charset="0"/>
              </a:rPr>
              <a:t>union_name</a:t>
            </a:r>
            <a:r>
              <a:rPr lang="en-US" sz="1800" kern="100" dirty="0">
                <a:effectLst/>
                <a:ea typeface="Calibri" panose="020F0502020204030204" pitchFamily="34" charset="0"/>
                <a:cs typeface="Times New Roman" panose="02020603050405020304" pitchFamily="18" charset="0"/>
              </a:rPr>
              <a:t>]</a:t>
            </a:r>
          </a:p>
          <a:p>
            <a:pPr marL="0" indent="0" algn="just">
              <a:lnSpc>
                <a:spcPct val="130000"/>
              </a:lnSpc>
              <a:spcBef>
                <a:spcPts val="600"/>
              </a:spcBef>
              <a:spcAft>
                <a:spcPts val="600"/>
              </a:spcAft>
              <a:buNone/>
            </a:pPr>
            <a:r>
              <a:rPr lang="en-US" sz="1800" kern="100" dirty="0">
                <a:effectLst/>
                <a:ea typeface="Calibri" panose="020F0502020204030204" pitchFamily="34" charset="0"/>
                <a:cs typeface="Times New Roman" panose="02020603050405020304" pitchFamily="18" charset="0"/>
              </a:rPr>
              <a:t>	{</a:t>
            </a:r>
          </a:p>
          <a:p>
            <a:pPr marL="0" indent="0" algn="just">
              <a:lnSpc>
                <a:spcPct val="130000"/>
              </a:lnSpc>
              <a:spcBef>
                <a:spcPts val="600"/>
              </a:spcBef>
              <a:spcAft>
                <a:spcPts val="600"/>
              </a:spcAft>
              <a:buNone/>
            </a:pPr>
            <a:r>
              <a:rPr lang="en-US" sz="1800" kern="100" dirty="0">
                <a:effectLst/>
                <a:ea typeface="Calibri" panose="020F0502020204030204" pitchFamily="34" charset="0"/>
                <a:cs typeface="Times New Roman" panose="02020603050405020304" pitchFamily="18" charset="0"/>
              </a:rPr>
              <a:t>		</a:t>
            </a:r>
            <a:r>
              <a:rPr lang="en-US" sz="1800" b="1" kern="100" dirty="0">
                <a:solidFill>
                  <a:srgbClr val="7030A0"/>
                </a:solidFill>
                <a:effectLst/>
                <a:ea typeface="Calibri" panose="020F0502020204030204" pitchFamily="34" charset="0"/>
                <a:cs typeface="Times New Roman" panose="02020603050405020304" pitchFamily="18" charset="0"/>
              </a:rPr>
              <a:t>[</a:t>
            </a:r>
            <a:r>
              <a:rPr lang="en-US" sz="1800" b="1" kern="100" dirty="0" err="1">
                <a:solidFill>
                  <a:srgbClr val="7030A0"/>
                </a:solidFill>
                <a:effectLst/>
                <a:ea typeface="Calibri" panose="020F0502020204030204" pitchFamily="34" charset="0"/>
                <a:cs typeface="Times New Roman" panose="02020603050405020304" pitchFamily="18" charset="0"/>
              </a:rPr>
              <a:t>member_data_type</a:t>
            </a:r>
            <a:r>
              <a:rPr lang="en-US" sz="1800" b="1" kern="100" dirty="0">
                <a:solidFill>
                  <a:srgbClr val="7030A0"/>
                </a:solidFill>
                <a:effectLst/>
                <a:ea typeface="Calibri" panose="020F0502020204030204" pitchFamily="34" charset="0"/>
                <a:cs typeface="Times New Roman" panose="02020603050405020304" pitchFamily="18" charset="0"/>
              </a:rPr>
              <a:t>]</a:t>
            </a:r>
            <a:r>
              <a:rPr lang="en-US" sz="1800" kern="100" dirty="0">
                <a:effectLst/>
                <a:ea typeface="Calibri" panose="020F0502020204030204" pitchFamily="34" charset="0"/>
                <a:cs typeface="Times New Roman" panose="02020603050405020304" pitchFamily="18" charset="0"/>
              </a:rPr>
              <a:t> [</a:t>
            </a:r>
            <a:r>
              <a:rPr lang="en-US" sz="1800" kern="100" dirty="0" err="1">
                <a:effectLst/>
                <a:ea typeface="Calibri" panose="020F0502020204030204" pitchFamily="34" charset="0"/>
                <a:cs typeface="Times New Roman" panose="02020603050405020304" pitchFamily="18" charset="0"/>
              </a:rPr>
              <a:t>member_name</a:t>
            </a:r>
            <a:r>
              <a:rPr lang="en-US" sz="1800" kern="100" dirty="0">
                <a:effectLst/>
                <a:ea typeface="Calibri" panose="020F0502020204030204" pitchFamily="34" charset="0"/>
                <a:cs typeface="Times New Roman" panose="02020603050405020304" pitchFamily="18" charset="0"/>
              </a:rPr>
              <a:t>];</a:t>
            </a:r>
          </a:p>
          <a:p>
            <a:pPr marL="0" indent="0" algn="just">
              <a:lnSpc>
                <a:spcPct val="130000"/>
              </a:lnSpc>
              <a:spcBef>
                <a:spcPts val="600"/>
              </a:spcBef>
              <a:spcAft>
                <a:spcPts val="600"/>
              </a:spcAft>
              <a:buNone/>
            </a:pPr>
            <a:r>
              <a:rPr lang="en-US" sz="1800" kern="100" dirty="0">
                <a:effectLst/>
                <a:ea typeface="Calibri" panose="020F0502020204030204" pitchFamily="34" charset="0"/>
                <a:cs typeface="Times New Roman" panose="02020603050405020304" pitchFamily="18" charset="0"/>
              </a:rPr>
              <a:t>		...;</a:t>
            </a:r>
          </a:p>
          <a:p>
            <a:pPr marL="0" indent="0" algn="just">
              <a:lnSpc>
                <a:spcPct val="130000"/>
              </a:lnSpc>
              <a:spcBef>
                <a:spcPts val="600"/>
              </a:spcBef>
              <a:spcAft>
                <a:spcPts val="600"/>
              </a:spcAft>
              <a:buNone/>
            </a:pPr>
            <a:r>
              <a:rPr lang="en-US" sz="1800" kern="100" dirty="0">
                <a:effectLst/>
                <a:ea typeface="Calibri" panose="020F0502020204030204" pitchFamily="34" charset="0"/>
                <a:cs typeface="Times New Roman" panose="02020603050405020304" pitchFamily="18" charset="0"/>
              </a:rPr>
              <a:t>	};</a:t>
            </a:r>
          </a:p>
        </p:txBody>
      </p:sp>
    </p:spTree>
    <p:extLst>
      <p:ext uri="{BB962C8B-B14F-4D97-AF65-F5344CB8AC3E}">
        <p14:creationId xmlns:p14="http://schemas.microsoft.com/office/powerpoint/2010/main" val="2199059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8E73B94-016C-DCF2-04E6-0732C1CAE351}"/>
              </a:ext>
            </a:extLst>
          </p:cNvPr>
          <p:cNvSpPr/>
          <p:nvPr/>
        </p:nvSpPr>
        <p:spPr>
          <a:xfrm>
            <a:off x="1509685" y="1328449"/>
            <a:ext cx="7263463" cy="369332"/>
          </a:xfrm>
          <a:prstGeom prst="rect">
            <a:avLst/>
          </a:prstGeom>
        </p:spPr>
        <p:txBody>
          <a:bodyPr wrap="none">
            <a:spAutoFit/>
          </a:bodyPr>
          <a:lstStyle/>
          <a:p>
            <a:r>
              <a:rPr lang="en-US" dirty="0" err="1"/>
              <a:t>Một</a:t>
            </a:r>
            <a:r>
              <a:rPr lang="en-US" dirty="0"/>
              <a:t> </a:t>
            </a:r>
            <a:r>
              <a:rPr lang="en-US" dirty="0" err="1"/>
              <a:t>hằng</a:t>
            </a:r>
            <a:r>
              <a:rPr lang="en-US" dirty="0"/>
              <a:t> </a:t>
            </a:r>
            <a:r>
              <a:rPr lang="en-US" dirty="0" err="1"/>
              <a:t>chuỗi</a:t>
            </a:r>
            <a:r>
              <a:rPr lang="en-US" dirty="0"/>
              <a:t> </a:t>
            </a:r>
            <a:r>
              <a:rPr lang="en-US" dirty="0" err="1"/>
              <a:t>thức</a:t>
            </a:r>
            <a:r>
              <a:rPr lang="en-US" dirty="0"/>
              <a:t> </a:t>
            </a:r>
            <a:r>
              <a:rPr lang="en-US" dirty="0" err="1"/>
              <a:t>chất</a:t>
            </a:r>
            <a:r>
              <a:rPr lang="en-US" dirty="0"/>
              <a:t> </a:t>
            </a:r>
            <a:r>
              <a:rPr lang="en-US" dirty="0" err="1"/>
              <a:t>là</a:t>
            </a:r>
            <a:r>
              <a:rPr lang="en-US" dirty="0"/>
              <a:t> 1 </a:t>
            </a:r>
            <a:r>
              <a:rPr lang="en-US" dirty="0" err="1"/>
              <a:t>mảng</a:t>
            </a:r>
            <a:r>
              <a:rPr lang="en-US" dirty="0"/>
              <a:t> </a:t>
            </a:r>
            <a:r>
              <a:rPr lang="en-US" dirty="0" err="1"/>
              <a:t>các</a:t>
            </a:r>
            <a:r>
              <a:rPr lang="en-US" dirty="0"/>
              <a:t> </a:t>
            </a:r>
            <a:r>
              <a:rPr lang="en-US" dirty="0" err="1"/>
              <a:t>kí</a:t>
            </a:r>
            <a:r>
              <a:rPr lang="en-US" dirty="0"/>
              <a:t> </a:t>
            </a:r>
            <a:r>
              <a:rPr lang="en-US" dirty="0" err="1"/>
              <a:t>tự</a:t>
            </a:r>
            <a:r>
              <a:rPr lang="en-US" dirty="0"/>
              <a:t> </a:t>
            </a:r>
            <a:r>
              <a:rPr lang="en-US" dirty="0" err="1"/>
              <a:t>và</a:t>
            </a:r>
            <a:r>
              <a:rPr lang="en-US" dirty="0"/>
              <a:t> </a:t>
            </a:r>
            <a:r>
              <a:rPr lang="en-US" dirty="0" err="1"/>
              <a:t>kết</a:t>
            </a:r>
            <a:r>
              <a:rPr lang="en-US" dirty="0"/>
              <a:t> </a:t>
            </a:r>
            <a:r>
              <a:rPr lang="en-US" dirty="0" err="1"/>
              <a:t>thúc</a:t>
            </a:r>
            <a:r>
              <a:rPr lang="en-US" dirty="0"/>
              <a:t> </a:t>
            </a:r>
            <a:r>
              <a:rPr lang="en-US" dirty="0" err="1"/>
              <a:t>bằng</a:t>
            </a:r>
            <a:r>
              <a:rPr lang="en-US" dirty="0"/>
              <a:t> </a:t>
            </a:r>
            <a:r>
              <a:rPr lang="en-US" dirty="0" err="1"/>
              <a:t>kí</a:t>
            </a:r>
            <a:r>
              <a:rPr lang="en-US" dirty="0"/>
              <a:t> </a:t>
            </a:r>
            <a:r>
              <a:rPr lang="en-US" dirty="0" err="1"/>
              <a:t>tự</a:t>
            </a:r>
            <a:r>
              <a:rPr lang="en-US" dirty="0"/>
              <a:t> null ‘\0’</a:t>
            </a:r>
          </a:p>
        </p:txBody>
      </p:sp>
      <p:pic>
        <p:nvPicPr>
          <p:cNvPr id="3" name="Picture 2">
            <a:extLst>
              <a:ext uri="{FF2B5EF4-FFF2-40B4-BE49-F238E27FC236}">
                <a16:creationId xmlns:a16="http://schemas.microsoft.com/office/drawing/2014/main" id="{CC3256B7-167C-3399-2BD6-D760060DAC12}"/>
              </a:ext>
            </a:extLst>
          </p:cNvPr>
          <p:cNvPicPr>
            <a:picLocks noChangeAspect="1"/>
          </p:cNvPicPr>
          <p:nvPr/>
        </p:nvPicPr>
        <p:blipFill>
          <a:blip r:embed="rId2"/>
          <a:stretch>
            <a:fillRect/>
          </a:stretch>
        </p:blipFill>
        <p:spPr>
          <a:xfrm>
            <a:off x="1878030" y="2105785"/>
            <a:ext cx="6258798" cy="800212"/>
          </a:xfrm>
          <a:prstGeom prst="rect">
            <a:avLst/>
          </a:prstGeom>
        </p:spPr>
      </p:pic>
      <p:sp>
        <p:nvSpPr>
          <p:cNvPr id="4" name="Rectangle 3">
            <a:extLst>
              <a:ext uri="{FF2B5EF4-FFF2-40B4-BE49-F238E27FC236}">
                <a16:creationId xmlns:a16="http://schemas.microsoft.com/office/drawing/2014/main" id="{E9C1CDC3-2D92-C019-FCC1-10AB5FF98DAC}"/>
              </a:ext>
            </a:extLst>
          </p:cNvPr>
          <p:cNvSpPr/>
          <p:nvPr/>
        </p:nvSpPr>
        <p:spPr>
          <a:xfrm>
            <a:off x="1635896" y="2905997"/>
            <a:ext cx="6396366" cy="369332"/>
          </a:xfrm>
          <a:prstGeom prst="rect">
            <a:avLst/>
          </a:prstGeom>
        </p:spPr>
        <p:txBody>
          <a:bodyPr wrap="none">
            <a:spAutoFit/>
          </a:bodyPr>
          <a:lstStyle/>
          <a:p>
            <a:r>
              <a:rPr lang="en-US" dirty="0" err="1"/>
              <a:t>Có</a:t>
            </a:r>
            <a:r>
              <a:rPr lang="en-US" dirty="0"/>
              <a:t> </a:t>
            </a:r>
            <a:r>
              <a:rPr lang="en-US" dirty="0" err="1"/>
              <a:t>một</a:t>
            </a:r>
            <a:r>
              <a:rPr lang="en-US" dirty="0"/>
              <a:t> </a:t>
            </a:r>
            <a:r>
              <a:rPr lang="en-US" dirty="0" err="1"/>
              <a:t>điểm</a:t>
            </a:r>
            <a:r>
              <a:rPr lang="en-US" dirty="0"/>
              <a:t> </a:t>
            </a:r>
            <a:r>
              <a:rPr lang="en-US" dirty="0" err="1"/>
              <a:t>khác</a:t>
            </a:r>
            <a:r>
              <a:rPr lang="en-US" dirty="0"/>
              <a:t> </a:t>
            </a:r>
            <a:r>
              <a:rPr lang="en-US" dirty="0" err="1"/>
              <a:t>biệt</a:t>
            </a:r>
            <a:r>
              <a:rPr lang="en-US" dirty="0"/>
              <a:t> </a:t>
            </a:r>
            <a:r>
              <a:rPr lang="en-US" dirty="0" err="1"/>
              <a:t>cực</a:t>
            </a:r>
            <a:r>
              <a:rPr lang="en-US" dirty="0"/>
              <a:t> </a:t>
            </a:r>
            <a:r>
              <a:rPr lang="en-US" dirty="0" err="1"/>
              <a:t>kỳ</a:t>
            </a:r>
            <a:r>
              <a:rPr lang="en-US" dirty="0"/>
              <a:t> </a:t>
            </a:r>
            <a:r>
              <a:rPr lang="en-US" dirty="0" err="1"/>
              <a:t>quan</a:t>
            </a:r>
            <a:r>
              <a:rPr lang="en-US" dirty="0"/>
              <a:t> </a:t>
            </a:r>
            <a:r>
              <a:rPr lang="en-US" dirty="0" err="1"/>
              <a:t>trọng</a:t>
            </a:r>
            <a:r>
              <a:rPr lang="en-US" dirty="0"/>
              <a:t> </a:t>
            </a:r>
            <a:r>
              <a:rPr lang="en-US" dirty="0" err="1"/>
              <a:t>giữa</a:t>
            </a:r>
            <a:r>
              <a:rPr lang="en-US" dirty="0"/>
              <a:t> </a:t>
            </a:r>
            <a:r>
              <a:rPr lang="en-US" dirty="0" err="1"/>
              <a:t>hai</a:t>
            </a:r>
            <a:r>
              <a:rPr lang="en-US" dirty="0"/>
              <a:t> </a:t>
            </a:r>
            <a:r>
              <a:rPr lang="en-US" dirty="0" err="1"/>
              <a:t>định</a:t>
            </a:r>
            <a:r>
              <a:rPr lang="en-US" dirty="0"/>
              <a:t> </a:t>
            </a:r>
            <a:r>
              <a:rPr lang="en-US" dirty="0" err="1"/>
              <a:t>nghĩa</a:t>
            </a:r>
            <a:r>
              <a:rPr lang="en-US" dirty="0"/>
              <a:t> </a:t>
            </a:r>
            <a:r>
              <a:rPr lang="en-US" dirty="0" err="1"/>
              <a:t>trên</a:t>
            </a:r>
            <a:r>
              <a:rPr lang="en-US" dirty="0"/>
              <a:t>:</a:t>
            </a:r>
          </a:p>
        </p:txBody>
      </p:sp>
      <p:sp>
        <p:nvSpPr>
          <p:cNvPr id="5" name="Rectangle 4">
            <a:extLst>
              <a:ext uri="{FF2B5EF4-FFF2-40B4-BE49-F238E27FC236}">
                <a16:creationId xmlns:a16="http://schemas.microsoft.com/office/drawing/2014/main" id="{1DDF7F4F-6BB2-B6C5-1E40-4C9192EBD39F}"/>
              </a:ext>
            </a:extLst>
          </p:cNvPr>
          <p:cNvSpPr/>
          <p:nvPr/>
        </p:nvSpPr>
        <p:spPr>
          <a:xfrm>
            <a:off x="1786079" y="3375549"/>
            <a:ext cx="6096000" cy="1477328"/>
          </a:xfrm>
          <a:prstGeom prst="rect">
            <a:avLst/>
          </a:prstGeom>
        </p:spPr>
        <p:txBody>
          <a:bodyPr>
            <a:spAutoFit/>
          </a:bodyPr>
          <a:lstStyle/>
          <a:p>
            <a:r>
              <a:rPr lang="vi-VN" dirty="0"/>
              <a:t>amessage là một mảng, có kích thước vừa đủ lớn để chứa chuỗi ký tự cùng với ký tự '\0' dùng để khởi tạo nó. Các ký tự riêng lẻ nằm trong mảng này có thể được thay đổi, nhưng tên mảng amessage sẽ luôn luôn tham chiếu đến cùng một vùng lưu trữ cố định đó.</a:t>
            </a:r>
            <a:endParaRPr lang="en-US" dirty="0"/>
          </a:p>
        </p:txBody>
      </p:sp>
      <p:sp>
        <p:nvSpPr>
          <p:cNvPr id="6" name="TextBox 5">
            <a:extLst>
              <a:ext uri="{FF2B5EF4-FFF2-40B4-BE49-F238E27FC236}">
                <a16:creationId xmlns:a16="http://schemas.microsoft.com/office/drawing/2014/main" id="{85C0148B-3D30-F4D6-14D5-2A572FFCEBEA}"/>
              </a:ext>
            </a:extLst>
          </p:cNvPr>
          <p:cNvSpPr txBox="1"/>
          <p:nvPr/>
        </p:nvSpPr>
        <p:spPr>
          <a:xfrm>
            <a:off x="1509685" y="5199017"/>
            <a:ext cx="10548209" cy="646331"/>
          </a:xfrm>
          <a:prstGeom prst="rect">
            <a:avLst/>
          </a:prstGeom>
          <a:noFill/>
        </p:spPr>
        <p:txBody>
          <a:bodyPr wrap="none" rtlCol="0">
            <a:spAutoFit/>
          </a:bodyPr>
          <a:lstStyle/>
          <a:p>
            <a:r>
              <a:rPr lang="en-US" dirty="0" err="1"/>
              <a:t>pmessage</a:t>
            </a:r>
            <a:r>
              <a:rPr lang="en-US" dirty="0"/>
              <a:t> </a:t>
            </a:r>
            <a:r>
              <a:rPr lang="en-US" dirty="0" err="1"/>
              <a:t>là</a:t>
            </a:r>
            <a:r>
              <a:rPr lang="en-US" dirty="0"/>
              <a:t> 1 con </a:t>
            </a:r>
            <a:r>
              <a:rPr lang="en-US" dirty="0" err="1"/>
              <a:t>trỏ</a:t>
            </a:r>
            <a:r>
              <a:rPr lang="en-US" dirty="0"/>
              <a:t>, </a:t>
            </a:r>
            <a:r>
              <a:rPr lang="en-US" dirty="0" err="1"/>
              <a:t>được</a:t>
            </a:r>
            <a:r>
              <a:rPr lang="en-US" dirty="0"/>
              <a:t> </a:t>
            </a:r>
            <a:r>
              <a:rPr lang="en-US" dirty="0" err="1"/>
              <a:t>khởi</a:t>
            </a:r>
            <a:r>
              <a:rPr lang="en-US" dirty="0"/>
              <a:t> </a:t>
            </a:r>
            <a:r>
              <a:rPr lang="en-US" dirty="0" err="1"/>
              <a:t>tạo</a:t>
            </a:r>
            <a:r>
              <a:rPr lang="en-US" dirty="0"/>
              <a:t> </a:t>
            </a:r>
            <a:r>
              <a:rPr lang="en-US" dirty="0" err="1"/>
              <a:t>để</a:t>
            </a:r>
            <a:r>
              <a:rPr lang="en-US" dirty="0"/>
              <a:t> </a:t>
            </a:r>
            <a:r>
              <a:rPr lang="en-US" dirty="0" err="1"/>
              <a:t>trỏ</a:t>
            </a:r>
            <a:r>
              <a:rPr lang="en-US" dirty="0"/>
              <a:t> </a:t>
            </a:r>
            <a:r>
              <a:rPr lang="en-US" dirty="0" err="1"/>
              <a:t>đến</a:t>
            </a:r>
            <a:r>
              <a:rPr lang="en-US" dirty="0"/>
              <a:t> 1 </a:t>
            </a:r>
            <a:r>
              <a:rPr lang="en-US" dirty="0" err="1"/>
              <a:t>hằng</a:t>
            </a:r>
            <a:r>
              <a:rPr lang="en-US" dirty="0"/>
              <a:t> </a:t>
            </a:r>
            <a:r>
              <a:rPr lang="en-US" dirty="0" err="1"/>
              <a:t>chuỗi</a:t>
            </a:r>
            <a:r>
              <a:rPr lang="en-US" dirty="0"/>
              <a:t>, </a:t>
            </a:r>
            <a:r>
              <a:rPr lang="en-US" dirty="0" err="1"/>
              <a:t>và</a:t>
            </a:r>
            <a:r>
              <a:rPr lang="en-US" dirty="0"/>
              <a:t> </a:t>
            </a:r>
            <a:r>
              <a:rPr lang="en-US" dirty="0" err="1"/>
              <a:t>pmessage</a:t>
            </a:r>
            <a:r>
              <a:rPr lang="en-US" dirty="0"/>
              <a:t> </a:t>
            </a:r>
            <a:r>
              <a:rPr lang="en-US" dirty="0" err="1"/>
              <a:t>có</a:t>
            </a:r>
            <a:r>
              <a:rPr lang="en-US" dirty="0"/>
              <a:t> </a:t>
            </a:r>
            <a:r>
              <a:rPr lang="en-US" dirty="0" err="1"/>
              <a:t>thể</a:t>
            </a:r>
            <a:r>
              <a:rPr lang="en-US" dirty="0"/>
              <a:t> </a:t>
            </a:r>
            <a:r>
              <a:rPr lang="en-US" dirty="0" err="1"/>
              <a:t>được</a:t>
            </a:r>
            <a:r>
              <a:rPr lang="en-US" dirty="0"/>
              <a:t> </a:t>
            </a:r>
            <a:r>
              <a:rPr lang="en-US" dirty="0" err="1"/>
              <a:t>được</a:t>
            </a:r>
            <a:r>
              <a:rPr lang="en-US" dirty="0"/>
              <a:t> </a:t>
            </a:r>
            <a:r>
              <a:rPr lang="en-US" dirty="0" err="1"/>
              <a:t>sửa</a:t>
            </a:r>
            <a:r>
              <a:rPr lang="en-US" dirty="0"/>
              <a:t> </a:t>
            </a:r>
            <a:r>
              <a:rPr lang="en-US" dirty="0" err="1"/>
              <a:t>đổi</a:t>
            </a:r>
            <a:r>
              <a:rPr lang="en-US" dirty="0"/>
              <a:t> </a:t>
            </a:r>
            <a:r>
              <a:rPr lang="en-US" dirty="0" err="1"/>
              <a:t>để</a:t>
            </a:r>
            <a:endParaRPr lang="en-US" dirty="0"/>
          </a:p>
          <a:p>
            <a:r>
              <a:rPr lang="en-US" dirty="0" err="1"/>
              <a:t>trỏ</a:t>
            </a:r>
            <a:r>
              <a:rPr lang="en-US" dirty="0"/>
              <a:t> sang </a:t>
            </a:r>
            <a:r>
              <a:rPr lang="en-US" dirty="0" err="1"/>
              <a:t>vị</a:t>
            </a:r>
            <a:r>
              <a:rPr lang="en-US" dirty="0"/>
              <a:t> </a:t>
            </a:r>
            <a:r>
              <a:rPr lang="en-US" dirty="0" err="1"/>
              <a:t>trí</a:t>
            </a:r>
            <a:r>
              <a:rPr lang="en-US" dirty="0"/>
              <a:t> </a:t>
            </a:r>
            <a:r>
              <a:rPr lang="en-US" dirty="0" err="1"/>
              <a:t>khác</a:t>
            </a:r>
            <a:r>
              <a:rPr lang="en-US" dirty="0"/>
              <a:t>, </a:t>
            </a:r>
            <a:r>
              <a:rPr lang="en-US" dirty="0" err="1"/>
              <a:t>nhưng</a:t>
            </a:r>
            <a:r>
              <a:rPr lang="en-US" dirty="0"/>
              <a:t> </a:t>
            </a:r>
            <a:r>
              <a:rPr lang="en-US" dirty="0" err="1"/>
              <a:t>chương</a:t>
            </a:r>
            <a:r>
              <a:rPr lang="en-US" dirty="0"/>
              <a:t> </a:t>
            </a:r>
            <a:r>
              <a:rPr lang="en-US" dirty="0" err="1"/>
              <a:t>trình</a:t>
            </a:r>
            <a:r>
              <a:rPr lang="en-US" dirty="0"/>
              <a:t> </a:t>
            </a:r>
            <a:r>
              <a:rPr lang="en-US" dirty="0" err="1"/>
              <a:t>sẽ</a:t>
            </a:r>
            <a:r>
              <a:rPr lang="en-US" dirty="0"/>
              <a:t> </a:t>
            </a:r>
            <a:r>
              <a:rPr lang="en-US" dirty="0" err="1"/>
              <a:t>lỗi</a:t>
            </a:r>
            <a:r>
              <a:rPr lang="en-US" dirty="0"/>
              <a:t> </a:t>
            </a:r>
            <a:r>
              <a:rPr lang="en-US" dirty="0" err="1"/>
              <a:t>nếu</a:t>
            </a:r>
            <a:r>
              <a:rPr lang="en-US" dirty="0"/>
              <a:t> </a:t>
            </a:r>
            <a:r>
              <a:rPr lang="en-US" dirty="0" err="1"/>
              <a:t>cố</a:t>
            </a:r>
            <a:r>
              <a:rPr lang="en-US" dirty="0"/>
              <a:t> </a:t>
            </a:r>
            <a:r>
              <a:rPr lang="en-US" dirty="0" err="1"/>
              <a:t>tình</a:t>
            </a:r>
            <a:r>
              <a:rPr lang="en-US" dirty="0"/>
              <a:t> </a:t>
            </a:r>
            <a:r>
              <a:rPr lang="en-US" dirty="0" err="1"/>
              <a:t>thay</a:t>
            </a:r>
            <a:r>
              <a:rPr lang="en-US" dirty="0"/>
              <a:t> </a:t>
            </a:r>
            <a:r>
              <a:rPr lang="en-US" dirty="0" err="1"/>
              <a:t>đổi</a:t>
            </a:r>
            <a:r>
              <a:rPr lang="en-US" dirty="0"/>
              <a:t> </a:t>
            </a:r>
            <a:r>
              <a:rPr lang="en-US" dirty="0" err="1"/>
              <a:t>nội</a:t>
            </a:r>
            <a:r>
              <a:rPr lang="en-US" dirty="0"/>
              <a:t> dung </a:t>
            </a:r>
            <a:r>
              <a:rPr lang="en-US" dirty="0" err="1"/>
              <a:t>của</a:t>
            </a:r>
            <a:r>
              <a:rPr lang="en-US" dirty="0"/>
              <a:t> </a:t>
            </a:r>
            <a:r>
              <a:rPr lang="en-US" dirty="0" err="1"/>
              <a:t>chuỗi</a:t>
            </a:r>
            <a:r>
              <a:rPr lang="en-US" dirty="0"/>
              <a:t> </a:t>
            </a:r>
            <a:r>
              <a:rPr lang="en-US" dirty="0" err="1"/>
              <a:t>kí</a:t>
            </a:r>
            <a:r>
              <a:rPr lang="en-US" dirty="0"/>
              <a:t> </a:t>
            </a:r>
            <a:r>
              <a:rPr lang="en-US" dirty="0" err="1"/>
              <a:t>tự</a:t>
            </a:r>
            <a:r>
              <a:rPr lang="en-US" dirty="0"/>
              <a:t> </a:t>
            </a:r>
            <a:r>
              <a:rPr lang="en-US" dirty="0" err="1"/>
              <a:t>mà</a:t>
            </a:r>
            <a:r>
              <a:rPr lang="en-US" dirty="0"/>
              <a:t> </a:t>
            </a:r>
            <a:r>
              <a:rPr lang="en-US" dirty="0" err="1"/>
              <a:t>nó</a:t>
            </a:r>
            <a:r>
              <a:rPr lang="en-US" dirty="0"/>
              <a:t> </a:t>
            </a:r>
            <a:r>
              <a:rPr lang="en-US" dirty="0" err="1"/>
              <a:t>đang</a:t>
            </a:r>
            <a:r>
              <a:rPr lang="en-US" dirty="0"/>
              <a:t> </a:t>
            </a:r>
            <a:r>
              <a:rPr lang="en-US" dirty="0" err="1"/>
              <a:t>trỏ</a:t>
            </a:r>
            <a:r>
              <a:rPr lang="en-US" dirty="0"/>
              <a:t> </a:t>
            </a:r>
            <a:r>
              <a:rPr lang="en-US" dirty="0" err="1"/>
              <a:t>tới</a:t>
            </a:r>
            <a:r>
              <a:rPr lang="en-US" dirty="0"/>
              <a:t>.</a:t>
            </a:r>
          </a:p>
        </p:txBody>
      </p:sp>
      <p:sp>
        <p:nvSpPr>
          <p:cNvPr id="7" name="TextBox 6">
            <a:extLst>
              <a:ext uri="{FF2B5EF4-FFF2-40B4-BE49-F238E27FC236}">
                <a16:creationId xmlns:a16="http://schemas.microsoft.com/office/drawing/2014/main" id="{22E7E57E-F1B1-FE62-44A6-4242F7E142A8}"/>
              </a:ext>
            </a:extLst>
          </p:cNvPr>
          <p:cNvSpPr txBox="1"/>
          <p:nvPr/>
        </p:nvSpPr>
        <p:spPr>
          <a:xfrm>
            <a:off x="1158240" y="330926"/>
            <a:ext cx="1421671" cy="369332"/>
          </a:xfrm>
          <a:prstGeom prst="rect">
            <a:avLst/>
          </a:prstGeom>
          <a:noFill/>
        </p:spPr>
        <p:txBody>
          <a:bodyPr wrap="none" rtlCol="0">
            <a:spAutoFit/>
          </a:bodyPr>
          <a:lstStyle/>
          <a:p>
            <a:r>
              <a:rPr lang="en-US" dirty="0"/>
              <a:t>Con </a:t>
            </a:r>
            <a:r>
              <a:rPr lang="en-US" dirty="0" err="1"/>
              <a:t>trỏ</a:t>
            </a:r>
            <a:r>
              <a:rPr lang="en-US" dirty="0"/>
              <a:t> </a:t>
            </a:r>
            <a:r>
              <a:rPr lang="en-US" dirty="0" err="1"/>
              <a:t>kí</a:t>
            </a:r>
            <a:r>
              <a:rPr lang="en-US" dirty="0"/>
              <a:t> </a:t>
            </a:r>
            <a:r>
              <a:rPr lang="en-US" dirty="0" err="1"/>
              <a:t>tự</a:t>
            </a:r>
            <a:r>
              <a:rPr lang="en-US" dirty="0"/>
              <a:t>:</a:t>
            </a:r>
          </a:p>
        </p:txBody>
      </p:sp>
      <p:sp>
        <p:nvSpPr>
          <p:cNvPr id="8" name="Rectangle 7">
            <a:extLst>
              <a:ext uri="{FF2B5EF4-FFF2-40B4-BE49-F238E27FC236}">
                <a16:creationId xmlns:a16="http://schemas.microsoft.com/office/drawing/2014/main" id="{285325AB-2373-0083-14A9-DEEB7BB97CDB}"/>
              </a:ext>
            </a:extLst>
          </p:cNvPr>
          <p:cNvSpPr/>
          <p:nvPr/>
        </p:nvSpPr>
        <p:spPr>
          <a:xfrm>
            <a:off x="1878030" y="6006822"/>
            <a:ext cx="2558649" cy="369332"/>
          </a:xfrm>
          <a:prstGeom prst="rect">
            <a:avLst/>
          </a:prstGeom>
        </p:spPr>
        <p:txBody>
          <a:bodyPr wrap="none">
            <a:spAutoFit/>
          </a:bodyPr>
          <a:lstStyle/>
          <a:p>
            <a:r>
              <a:rPr lang="en-US" dirty="0"/>
              <a:t>char *</a:t>
            </a:r>
            <a:r>
              <a:rPr lang="en-US" dirty="0" err="1"/>
              <a:t>lineptr</a:t>
            </a:r>
            <a:r>
              <a:rPr lang="en-US" dirty="0"/>
              <a:t>[MAXLINES];</a:t>
            </a:r>
          </a:p>
        </p:txBody>
      </p:sp>
      <p:sp>
        <p:nvSpPr>
          <p:cNvPr id="9" name="TextBox 8">
            <a:extLst>
              <a:ext uri="{FF2B5EF4-FFF2-40B4-BE49-F238E27FC236}">
                <a16:creationId xmlns:a16="http://schemas.microsoft.com/office/drawing/2014/main" id="{9E7D3B22-82C5-2157-8F95-9F7D657563BE}"/>
              </a:ext>
            </a:extLst>
          </p:cNvPr>
          <p:cNvSpPr txBox="1"/>
          <p:nvPr/>
        </p:nvSpPr>
        <p:spPr>
          <a:xfrm>
            <a:off x="4520571" y="6037901"/>
            <a:ext cx="3968394" cy="369332"/>
          </a:xfrm>
          <a:prstGeom prst="rect">
            <a:avLst/>
          </a:prstGeom>
          <a:noFill/>
        </p:spPr>
        <p:txBody>
          <a:bodyPr wrap="none" rtlCol="0">
            <a:spAutoFit/>
          </a:bodyPr>
          <a:lstStyle/>
          <a:p>
            <a:r>
              <a:rPr lang="en-US" dirty="0" err="1"/>
              <a:t>Đây</a:t>
            </a:r>
            <a:r>
              <a:rPr lang="en-US" dirty="0"/>
              <a:t> </a:t>
            </a:r>
            <a:r>
              <a:rPr lang="en-US" dirty="0" err="1"/>
              <a:t>là</a:t>
            </a:r>
            <a:r>
              <a:rPr lang="en-US" dirty="0"/>
              <a:t> </a:t>
            </a:r>
            <a:r>
              <a:rPr lang="en-US" dirty="0" err="1"/>
              <a:t>cách</a:t>
            </a:r>
            <a:r>
              <a:rPr lang="en-US" dirty="0"/>
              <a:t> </a:t>
            </a:r>
            <a:r>
              <a:rPr lang="en-US" dirty="0" err="1"/>
              <a:t>khai</a:t>
            </a:r>
            <a:r>
              <a:rPr lang="en-US" dirty="0"/>
              <a:t> </a:t>
            </a:r>
            <a:r>
              <a:rPr lang="en-US" dirty="0" err="1"/>
              <a:t>báo</a:t>
            </a:r>
            <a:r>
              <a:rPr lang="en-US" dirty="0"/>
              <a:t> 1 </a:t>
            </a:r>
            <a:r>
              <a:rPr lang="en-US" dirty="0" err="1"/>
              <a:t>mảng</a:t>
            </a:r>
            <a:r>
              <a:rPr lang="en-US" dirty="0"/>
              <a:t> </a:t>
            </a:r>
            <a:r>
              <a:rPr lang="en-US" dirty="0" err="1"/>
              <a:t>các</a:t>
            </a:r>
            <a:r>
              <a:rPr lang="en-US" dirty="0"/>
              <a:t> con </a:t>
            </a:r>
            <a:r>
              <a:rPr lang="en-US" dirty="0" err="1"/>
              <a:t>trỏ</a:t>
            </a:r>
            <a:r>
              <a:rPr lang="en-US" dirty="0"/>
              <a:t>.</a:t>
            </a:r>
          </a:p>
        </p:txBody>
      </p:sp>
    </p:spTree>
    <p:extLst>
      <p:ext uri="{BB962C8B-B14F-4D97-AF65-F5344CB8AC3E}">
        <p14:creationId xmlns:p14="http://schemas.microsoft.com/office/powerpoint/2010/main" val="30351070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28826-081B-5084-864B-BB9FEC10CBC4}"/>
            </a:ext>
          </a:extLst>
        </p:cNvPr>
        <p:cNvGrpSpPr/>
        <p:nvPr/>
      </p:nvGrpSpPr>
      <p:grpSpPr>
        <a:xfrm>
          <a:off x="0" y="0"/>
          <a:ext cx="0" cy="0"/>
          <a:chOff x="0" y="0"/>
          <a:chExt cx="0" cy="0"/>
        </a:xfrm>
      </p:grpSpPr>
      <p:sp>
        <p:nvSpPr>
          <p:cNvPr id="2" name="Title 28">
            <a:extLst>
              <a:ext uri="{FF2B5EF4-FFF2-40B4-BE49-F238E27FC236}">
                <a16:creationId xmlns:a16="http://schemas.microsoft.com/office/drawing/2014/main" id="{E850514D-F2AF-ED9F-6CD9-9375A5506330}"/>
              </a:ext>
            </a:extLst>
          </p:cNvPr>
          <p:cNvSpPr txBox="1">
            <a:spLocks/>
          </p:cNvSpPr>
          <p:nvPr/>
        </p:nvSpPr>
        <p:spPr>
          <a:xfrm>
            <a:off x="301029" y="200515"/>
            <a:ext cx="10513547" cy="511855"/>
          </a:xfrm>
          <a:prstGeom prst="rect">
            <a:avLst/>
          </a:prstGeom>
        </p:spPr>
        <p:txBody>
          <a:bodyPr anchor="b"/>
          <a:lstStyle>
            <a:lvl1pPr algn="ctr" defTabSz="1828343" rtl="0" eaLnBrk="1" latinLnBrk="0" hangingPunct="1">
              <a:lnSpc>
                <a:spcPct val="90000"/>
              </a:lnSpc>
              <a:spcBef>
                <a:spcPct val="0"/>
              </a:spcBef>
              <a:buNone/>
              <a:defRPr lang="en-US" sz="11997" kern="1200">
                <a:solidFill>
                  <a:srgbClr val="EE0033"/>
                </a:solidFill>
                <a:latin typeface="FS PF BeauSans Pro SemiBold" panose="02000503000000020004" pitchFamily="2" charset="0"/>
                <a:ea typeface="+mn-ea"/>
                <a:cs typeface="+mn-cs"/>
              </a:defRPr>
            </a:lvl1pPr>
          </a:lstStyle>
          <a:p>
            <a:pPr algn="l"/>
            <a:r>
              <a:rPr lang="en-GB" sz="2400">
                <a:latin typeface="FS PF BeauSans Pro" panose="02000500000000020004" pitchFamily="2" charset="0"/>
                <a:cs typeface="Sarabun" pitchFamily="2" charset="-34"/>
              </a:rPr>
              <a:t>II. </a:t>
            </a:r>
            <a:r>
              <a:rPr lang="en-GB" sz="2400" dirty="0">
                <a:latin typeface="FS PF BeauSans Pro" panose="02000500000000020004" pitchFamily="2" charset="0"/>
                <a:cs typeface="Sarabun" pitchFamily="2" charset="-34"/>
              </a:rPr>
              <a:t>INCIDIDUNT SUNT OCCAECAT SUNT</a:t>
            </a:r>
          </a:p>
        </p:txBody>
      </p:sp>
      <p:sp>
        <p:nvSpPr>
          <p:cNvPr id="4" name="Text Placeholder 29">
            <a:extLst>
              <a:ext uri="{FF2B5EF4-FFF2-40B4-BE49-F238E27FC236}">
                <a16:creationId xmlns:a16="http://schemas.microsoft.com/office/drawing/2014/main" id="{6F63D449-BF41-6582-B597-D3EE8D0034FD}"/>
              </a:ext>
            </a:extLst>
          </p:cNvPr>
          <p:cNvSpPr txBox="1">
            <a:spLocks/>
          </p:cNvSpPr>
          <p:nvPr/>
        </p:nvSpPr>
        <p:spPr>
          <a:xfrm>
            <a:off x="602781" y="796424"/>
            <a:ext cx="10513547" cy="365125"/>
          </a:xfrm>
          <a:prstGeom prst="rect">
            <a:avLst/>
          </a:prstGeom>
        </p:spPr>
        <p:txBody>
          <a:bodyPr/>
          <a:lstStyle>
            <a:lvl1pPr marL="0" marR="0" indent="0" algn="l" defTabSz="1828343" rtl="0" eaLnBrk="1" fontAlgn="auto" latinLnBrk="0" hangingPunct="1">
              <a:lnSpc>
                <a:spcPct val="90000"/>
              </a:lnSpc>
              <a:spcBef>
                <a:spcPts val="2000"/>
              </a:spcBef>
              <a:spcAft>
                <a:spcPts val="0"/>
              </a:spcAft>
              <a:buClrTx/>
              <a:buSzTx/>
              <a:buFont typeface="Arial" panose="020B0604020202020204" pitchFamily="34" charset="0"/>
              <a:buNone/>
              <a:tabLst/>
              <a:defRPr lang="en-US" sz="3599" kern="1200" dirty="0">
                <a:solidFill>
                  <a:schemeClr val="tx1"/>
                </a:solidFill>
                <a:latin typeface="FS PF BeauSans Pro" panose="02000500000000020004" pitchFamily="2" charset="0"/>
                <a:ea typeface="+mn-ea"/>
                <a:cs typeface="+mn-cs"/>
              </a:defRPr>
            </a:lvl1pPr>
            <a:lvl2pPr marL="1371257"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2pPr>
            <a:lvl3pPr marL="2285429"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3pPr>
            <a:lvl4pPr marL="3199600"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4pPr>
            <a:lvl5pPr marL="4113771" indent="-457086" algn="l" defTabSz="1828343" rtl="0" eaLnBrk="1" latinLnBrk="0" hangingPunct="1">
              <a:lnSpc>
                <a:spcPct val="90000"/>
              </a:lnSpc>
              <a:spcBef>
                <a:spcPts val="1000"/>
              </a:spcBef>
              <a:buFont typeface="Arial" panose="020B0604020202020204" pitchFamily="34" charset="0"/>
              <a:buChar char="•"/>
              <a:defRPr lang="en-US" sz="3599" kern="1200" dirty="0">
                <a:solidFill>
                  <a:schemeClr val="tx1"/>
                </a:solidFill>
                <a:latin typeface="FS PF BeauSans Pro" panose="02000500000000020004" pitchFamily="2" charset="0"/>
                <a:ea typeface="+mn-ea"/>
                <a:cs typeface="+mn-cs"/>
              </a:defRPr>
            </a:lvl5pPr>
            <a:lvl6pPr marL="5027943"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6pPr>
            <a:lvl7pPr marL="5942114"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7pPr>
            <a:lvl8pPr marL="6856286"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8pPr>
            <a:lvl9pPr marL="7770457" indent="-457086" algn="l" defTabSz="1828343" rtl="0" eaLnBrk="1" latinLnBrk="0" hangingPunct="1">
              <a:lnSpc>
                <a:spcPct val="90000"/>
              </a:lnSpc>
              <a:spcBef>
                <a:spcPts val="1000"/>
              </a:spcBef>
              <a:buFont typeface="Arial" panose="020B0604020202020204" pitchFamily="34" charset="0"/>
              <a:buChar char="•"/>
              <a:defRPr sz="3599" kern="1200">
                <a:solidFill>
                  <a:schemeClr val="tx1"/>
                </a:solidFill>
                <a:latin typeface="+mn-lt"/>
                <a:ea typeface="+mn-ea"/>
                <a:cs typeface="+mn-cs"/>
              </a:defRPr>
            </a:lvl9pPr>
          </a:lstStyle>
          <a:p>
            <a:r>
              <a:rPr lang="vi-VN" sz="1600" b="1" dirty="0"/>
              <a:t> </a:t>
            </a:r>
            <a:r>
              <a:rPr lang="en-US" sz="2000" b="1" dirty="0"/>
              <a:t>1. </a:t>
            </a:r>
            <a:r>
              <a:rPr lang="en-GB" sz="2000" dirty="0">
                <a:cs typeface="Sarabun" pitchFamily="2" charset="-34"/>
              </a:rPr>
              <a:t>INCIDIDUNT SUNT OCCAECAT SUNT</a:t>
            </a:r>
            <a:endParaRPr lang="vi-VN" sz="2000" dirty="0">
              <a:cs typeface="Sarabun" pitchFamily="2" charset="-34"/>
            </a:endParaRPr>
          </a:p>
        </p:txBody>
      </p:sp>
    </p:spTree>
    <p:extLst>
      <p:ext uri="{BB962C8B-B14F-4D97-AF65-F5344CB8AC3E}">
        <p14:creationId xmlns:p14="http://schemas.microsoft.com/office/powerpoint/2010/main" val="37423542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Box 35">
            <a:extLst>
              <a:ext uri="{FF2B5EF4-FFF2-40B4-BE49-F238E27FC236}">
                <a16:creationId xmlns:a16="http://schemas.microsoft.com/office/drawing/2014/main" id="{08C251E0-CD8C-9996-0DD4-B96D63680617}"/>
              </a:ext>
            </a:extLst>
          </p:cNvPr>
          <p:cNvSpPr txBox="1"/>
          <p:nvPr/>
        </p:nvSpPr>
        <p:spPr>
          <a:xfrm>
            <a:off x="795" y="2847449"/>
            <a:ext cx="12189619" cy="873637"/>
          </a:xfrm>
          <a:prstGeom prst="rect">
            <a:avLst/>
          </a:prstGeom>
          <a:noFill/>
        </p:spPr>
        <p:txBody>
          <a:bodyPr wrap="square" rtlCol="0" anchor="t">
            <a:spAutoFit/>
          </a:bodyPr>
          <a:lstStyle/>
          <a:p>
            <a:pPr algn="ctr">
              <a:lnSpc>
                <a:spcPct val="200000"/>
              </a:lnSpc>
            </a:pPr>
            <a:r>
              <a:rPr lang="en-US" sz="3000">
                <a:solidFill>
                  <a:schemeClr val="bg1"/>
                </a:solidFill>
                <a:latin typeface="FS PF BeauSans Pro" panose="02000500000000020004" pitchFamily="2" charset="0"/>
                <a:ea typeface="Roboto Cn" pitchFamily="2" charset="0"/>
              </a:rPr>
              <a:t>TRÂN TRỌNG CẢM ƠN!</a:t>
            </a:r>
          </a:p>
        </p:txBody>
      </p:sp>
    </p:spTree>
    <p:extLst>
      <p:ext uri="{BB962C8B-B14F-4D97-AF65-F5344CB8AC3E}">
        <p14:creationId xmlns:p14="http://schemas.microsoft.com/office/powerpoint/2010/main" val="10634102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CC316-4FD2-182F-002F-A5AB8071A053}"/>
            </a:ext>
          </a:extLst>
        </p:cNvPr>
        <p:cNvGrpSpPr/>
        <p:nvPr/>
      </p:nvGrpSpPr>
      <p:grpSpPr>
        <a:xfrm>
          <a:off x="0" y="0"/>
          <a:ext cx="0" cy="0"/>
          <a:chOff x="0" y="0"/>
          <a:chExt cx="0" cy="0"/>
        </a:xfrm>
      </p:grpSpPr>
      <p:sp>
        <p:nvSpPr>
          <p:cNvPr id="33" name="Title 28">
            <a:extLst>
              <a:ext uri="{FF2B5EF4-FFF2-40B4-BE49-F238E27FC236}">
                <a16:creationId xmlns:a16="http://schemas.microsoft.com/office/drawing/2014/main" id="{960A7D86-4BD1-E2D1-4A17-FD1F216B9FC5}"/>
              </a:ext>
            </a:extLst>
          </p:cNvPr>
          <p:cNvSpPr txBox="1">
            <a:spLocks/>
          </p:cNvSpPr>
          <p:nvPr/>
        </p:nvSpPr>
        <p:spPr>
          <a:xfrm>
            <a:off x="301029" y="200515"/>
            <a:ext cx="10513547" cy="511855"/>
          </a:xfrm>
          <a:prstGeom prst="rect">
            <a:avLst/>
          </a:prstGeom>
        </p:spPr>
        <p:txBody>
          <a:bodyPr anchor="b"/>
          <a:lstStyle>
            <a:lvl1pPr algn="ctr" defTabSz="1828343" rtl="0" eaLnBrk="1" latinLnBrk="0" hangingPunct="1">
              <a:lnSpc>
                <a:spcPct val="90000"/>
              </a:lnSpc>
              <a:spcBef>
                <a:spcPct val="0"/>
              </a:spcBef>
              <a:buNone/>
              <a:defRPr lang="en-US" sz="11997" kern="1200">
                <a:solidFill>
                  <a:srgbClr val="EE0033"/>
                </a:solidFill>
                <a:latin typeface="FS PF BeauSans Pro SemiBold" panose="02000503000000020004" pitchFamily="2" charset="0"/>
                <a:ea typeface="+mn-ea"/>
                <a:cs typeface="+mn-cs"/>
              </a:defRPr>
            </a:lvl1pPr>
          </a:lstStyle>
          <a:p>
            <a:pPr algn="l"/>
            <a:r>
              <a:rPr lang="en-GB" sz="2400" dirty="0">
                <a:latin typeface="FS PF BeauSans Pro" panose="02000500000000020004" pitchFamily="2" charset="0"/>
                <a:cs typeface="Sarabun" pitchFamily="2" charset="-34"/>
              </a:rPr>
              <a:t>I. Memory layout:</a:t>
            </a:r>
            <a:endParaRPr lang="vi-VN" sz="2400" dirty="0">
              <a:latin typeface="FS PF BeauSans Pro" panose="02000500000000020004" pitchFamily="2" charset="0"/>
              <a:cs typeface="Sarabun" pitchFamily="2" charset="-34"/>
            </a:endParaRPr>
          </a:p>
        </p:txBody>
      </p:sp>
    </p:spTree>
    <p:extLst>
      <p:ext uri="{BB962C8B-B14F-4D97-AF65-F5344CB8AC3E}">
        <p14:creationId xmlns:p14="http://schemas.microsoft.com/office/powerpoint/2010/main" val="39991833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CC316-4FD2-182F-002F-A5AB8071A053}"/>
            </a:ext>
          </a:extLst>
        </p:cNvPr>
        <p:cNvGrpSpPr/>
        <p:nvPr/>
      </p:nvGrpSpPr>
      <p:grpSpPr>
        <a:xfrm>
          <a:off x="0" y="0"/>
          <a:ext cx="0" cy="0"/>
          <a:chOff x="0" y="0"/>
          <a:chExt cx="0" cy="0"/>
        </a:xfrm>
      </p:grpSpPr>
      <p:sp>
        <p:nvSpPr>
          <p:cNvPr id="33" name="Title 28">
            <a:extLst>
              <a:ext uri="{FF2B5EF4-FFF2-40B4-BE49-F238E27FC236}">
                <a16:creationId xmlns:a16="http://schemas.microsoft.com/office/drawing/2014/main" id="{960A7D86-4BD1-E2D1-4A17-FD1F216B9FC5}"/>
              </a:ext>
            </a:extLst>
          </p:cNvPr>
          <p:cNvSpPr txBox="1">
            <a:spLocks/>
          </p:cNvSpPr>
          <p:nvPr/>
        </p:nvSpPr>
        <p:spPr>
          <a:xfrm>
            <a:off x="301029" y="200515"/>
            <a:ext cx="10513547" cy="511855"/>
          </a:xfrm>
          <a:prstGeom prst="rect">
            <a:avLst/>
          </a:prstGeom>
        </p:spPr>
        <p:txBody>
          <a:bodyPr anchor="b"/>
          <a:lstStyle>
            <a:lvl1pPr algn="ctr" defTabSz="1828343" rtl="0" eaLnBrk="1" latinLnBrk="0" hangingPunct="1">
              <a:lnSpc>
                <a:spcPct val="90000"/>
              </a:lnSpc>
              <a:spcBef>
                <a:spcPct val="0"/>
              </a:spcBef>
              <a:buNone/>
              <a:defRPr lang="en-US" sz="11997" kern="1200">
                <a:solidFill>
                  <a:srgbClr val="EE0033"/>
                </a:solidFill>
                <a:latin typeface="FS PF BeauSans Pro SemiBold" panose="02000503000000020004" pitchFamily="2" charset="0"/>
                <a:ea typeface="+mn-ea"/>
                <a:cs typeface="+mn-cs"/>
              </a:defRPr>
            </a:lvl1pPr>
          </a:lstStyle>
          <a:p>
            <a:pPr algn="l"/>
            <a:r>
              <a:rPr lang="en-GB" sz="2400" dirty="0">
                <a:latin typeface="FS PF BeauSans Pro" panose="02000500000000020004" pitchFamily="2" charset="0"/>
                <a:cs typeface="Sarabun" pitchFamily="2" charset="-34"/>
              </a:rPr>
              <a:t>I. Memory layout:</a:t>
            </a:r>
            <a:endParaRPr lang="vi-VN" sz="2400" dirty="0">
              <a:latin typeface="FS PF BeauSans Pro" panose="02000500000000020004" pitchFamily="2" charset="0"/>
              <a:cs typeface="Sarabun" pitchFamily="2" charset="-34"/>
            </a:endParaRPr>
          </a:p>
        </p:txBody>
      </p:sp>
    </p:spTree>
    <p:extLst>
      <p:ext uri="{BB962C8B-B14F-4D97-AF65-F5344CB8AC3E}">
        <p14:creationId xmlns:p14="http://schemas.microsoft.com/office/powerpoint/2010/main" val="28400201"/>
      </p:ext>
    </p:extLst>
  </p:cSld>
  <p:clrMapOvr>
    <a:masterClrMapping/>
  </p:clrMapOvr>
</p:sld>
</file>

<file path=ppt/theme/theme1.xml><?xml version="1.0" encoding="utf-8"?>
<a:theme xmlns:a="http://schemas.openxmlformats.org/drawingml/2006/main" name="1_Office Theme">
  <a:themeElements>
    <a:clrScheme name="Custom 2">
      <a:dk1>
        <a:srgbClr val="000000"/>
      </a:dk1>
      <a:lt1>
        <a:srgbClr val="FFFFFF"/>
      </a:lt1>
      <a:dk2>
        <a:srgbClr val="42494D"/>
      </a:dk2>
      <a:lt2>
        <a:srgbClr val="B4B4B4"/>
      </a:lt2>
      <a:accent1>
        <a:srgbClr val="E80500"/>
      </a:accent1>
      <a:accent2>
        <a:srgbClr val="5E5E5E"/>
      </a:accent2>
      <a:accent3>
        <a:srgbClr val="929292"/>
      </a:accent3>
      <a:accent4>
        <a:srgbClr val="C0C0C0"/>
      </a:accent4>
      <a:accent5>
        <a:srgbClr val="5E5E5E"/>
      </a:accent5>
      <a:accent6>
        <a:srgbClr val="797979"/>
      </a:accent6>
      <a:hlink>
        <a:srgbClr val="424242"/>
      </a:hlink>
      <a:folHlink>
        <a:srgbClr val="00539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Custom 2">
      <a:dk1>
        <a:srgbClr val="000000"/>
      </a:dk1>
      <a:lt1>
        <a:srgbClr val="FFFFFF"/>
      </a:lt1>
      <a:dk2>
        <a:srgbClr val="42494D"/>
      </a:dk2>
      <a:lt2>
        <a:srgbClr val="B4B4B4"/>
      </a:lt2>
      <a:accent1>
        <a:srgbClr val="E80500"/>
      </a:accent1>
      <a:accent2>
        <a:srgbClr val="5E5E5E"/>
      </a:accent2>
      <a:accent3>
        <a:srgbClr val="929292"/>
      </a:accent3>
      <a:accent4>
        <a:srgbClr val="C0C0C0"/>
      </a:accent4>
      <a:accent5>
        <a:srgbClr val="5E5E5E"/>
      </a:accent5>
      <a:accent6>
        <a:srgbClr val="797979"/>
      </a:accent6>
      <a:hlink>
        <a:srgbClr val="424242"/>
      </a:hlink>
      <a:folHlink>
        <a:srgbClr val="00539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Office Theme">
  <a:themeElements>
    <a:clrScheme name="Custom 2">
      <a:dk1>
        <a:srgbClr val="000000"/>
      </a:dk1>
      <a:lt1>
        <a:srgbClr val="FFFFFF"/>
      </a:lt1>
      <a:dk2>
        <a:srgbClr val="42494D"/>
      </a:dk2>
      <a:lt2>
        <a:srgbClr val="B4B4B4"/>
      </a:lt2>
      <a:accent1>
        <a:srgbClr val="E80500"/>
      </a:accent1>
      <a:accent2>
        <a:srgbClr val="5E5E5E"/>
      </a:accent2>
      <a:accent3>
        <a:srgbClr val="929292"/>
      </a:accent3>
      <a:accent4>
        <a:srgbClr val="C0C0C0"/>
      </a:accent4>
      <a:accent5>
        <a:srgbClr val="5E5E5E"/>
      </a:accent5>
      <a:accent6>
        <a:srgbClr val="797979"/>
      </a:accent6>
      <a:hlink>
        <a:srgbClr val="424242"/>
      </a:hlink>
      <a:folHlink>
        <a:srgbClr val="00539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4_Office Theme">
  <a:themeElements>
    <a:clrScheme name="Custom 2">
      <a:dk1>
        <a:srgbClr val="000000"/>
      </a:dk1>
      <a:lt1>
        <a:srgbClr val="FFFFFF"/>
      </a:lt1>
      <a:dk2>
        <a:srgbClr val="42494D"/>
      </a:dk2>
      <a:lt2>
        <a:srgbClr val="B4B4B4"/>
      </a:lt2>
      <a:accent1>
        <a:srgbClr val="E80500"/>
      </a:accent1>
      <a:accent2>
        <a:srgbClr val="5E5E5E"/>
      </a:accent2>
      <a:accent3>
        <a:srgbClr val="929292"/>
      </a:accent3>
      <a:accent4>
        <a:srgbClr val="C0C0C0"/>
      </a:accent4>
      <a:accent5>
        <a:srgbClr val="5E5E5E"/>
      </a:accent5>
      <a:accent6>
        <a:srgbClr val="797979"/>
      </a:accent6>
      <a:hlink>
        <a:srgbClr val="424242"/>
      </a:hlink>
      <a:folHlink>
        <a:srgbClr val="00539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1_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91238</TotalTime>
  <Words>3584</Words>
  <Application>Microsoft Office PowerPoint</Application>
  <PresentationFormat>Widescreen</PresentationFormat>
  <Paragraphs>243</Paragraphs>
  <Slides>36</Slides>
  <Notes>12</Notes>
  <HiddenSlides>0</HiddenSlides>
  <MMClips>0</MMClips>
  <ScaleCrop>false</ScaleCrop>
  <HeadingPairs>
    <vt:vector size="6" baseType="variant">
      <vt:variant>
        <vt:lpstr>Fonts Used</vt:lpstr>
      </vt:variant>
      <vt:variant>
        <vt:i4>18</vt:i4>
      </vt:variant>
      <vt:variant>
        <vt:lpstr>Theme</vt:lpstr>
      </vt:variant>
      <vt:variant>
        <vt:i4>6</vt:i4>
      </vt:variant>
      <vt:variant>
        <vt:lpstr>Slide Titles</vt:lpstr>
      </vt:variant>
      <vt:variant>
        <vt:i4>36</vt:i4>
      </vt:variant>
    </vt:vector>
  </HeadingPairs>
  <TitlesOfParts>
    <vt:vector size="60" baseType="lpstr">
      <vt:lpstr>Aptos</vt:lpstr>
      <vt:lpstr>FS PF BeauSans Pro</vt:lpstr>
      <vt:lpstr>Calibri</vt:lpstr>
      <vt:lpstr>Nunito</vt:lpstr>
      <vt:lpstr>AntikorMono-Regular</vt:lpstr>
      <vt:lpstr>Cambria</vt:lpstr>
      <vt:lpstr>FS PF BeauSans Pro SemiBold</vt:lpstr>
      <vt:lpstr>Sarabun</vt:lpstr>
      <vt:lpstr>FS PF BeauSans Pro Bold</vt:lpstr>
      <vt:lpstr>Arial</vt:lpstr>
      <vt:lpstr>SymbolMT</vt:lpstr>
      <vt:lpstr>AntikorMono-Bold</vt:lpstr>
      <vt:lpstr>Times New Roman</vt:lpstr>
      <vt:lpstr>Cambria-Italic</vt:lpstr>
      <vt:lpstr>Symbol</vt:lpstr>
      <vt:lpstr>Roboto</vt:lpstr>
      <vt:lpstr>Cambria-Bold</vt:lpstr>
      <vt:lpstr>AntikorMono-RegularItalic</vt:lpstr>
      <vt:lpstr>1_Office Theme</vt:lpstr>
      <vt:lpstr>2_Office Theme</vt:lpstr>
      <vt:lpstr>3_Office Theme</vt:lpstr>
      <vt:lpstr>4_Office Theme</vt:lpstr>
      <vt:lpstr>1_Custom Design</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Tran Trong Hung</dc:creator>
  <cp:keywords/>
  <dc:description/>
  <cp:lastModifiedBy>TRẦN HOÀNG KIÊN</cp:lastModifiedBy>
  <cp:revision>15946</cp:revision>
  <cp:lastPrinted>2024-05-04T09:49:59Z</cp:lastPrinted>
  <dcterms:created xsi:type="dcterms:W3CDTF">2014-11-12T21:47:38Z</dcterms:created>
  <dcterms:modified xsi:type="dcterms:W3CDTF">2026-06-14T16:59:45Z</dcterms:modified>
  <cp:category/>
</cp:coreProperties>
</file>