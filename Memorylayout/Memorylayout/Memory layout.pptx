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2" r:id="rId3"/>
    <p:sldId id="256" r:id="rId4"/>
    <p:sldId id="259" r:id="rId5"/>
    <p:sldId id="258" r:id="rId6"/>
    <p:sldId id="260" r:id="rId7"/>
    <p:sldId id="261" r:id="rId8"/>
    <p:sldId id="265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ED2B1-949B-43F1-9127-D2E97EA64BB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0804A-0B56-406D-9036-BF00A093C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5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804A-0B56-406D-9036-BF00A093CC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08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804A-0B56-406D-9036-BF00A093CC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41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804A-0B56-406D-9036-BF00A093CC1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70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804A-0B56-406D-9036-BF00A093CC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3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804A-0B56-406D-9036-BF00A093CC1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4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0804A-0B56-406D-9036-BF00A093CC1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9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9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7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5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1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8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2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2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9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5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7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DBB54-11E0-488E-B009-D5743A6C94B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BFB4F-2DB2-49F6-9A36-2B3C7DCDF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6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66" y="1490560"/>
            <a:ext cx="10515600" cy="1325563"/>
          </a:xfrm>
        </p:spPr>
        <p:txBody>
          <a:bodyPr/>
          <a:lstStyle/>
          <a:p>
            <a:r>
              <a:rPr lang="en-US" b="1" dirty="0"/>
              <a:t>Memory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9810" y="3204838"/>
            <a:ext cx="99565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gfg</a:t>
            </a:r>
            <a:endParaRPr lang="en-US" dirty="0"/>
          </a:p>
          <a:p>
            <a:r>
              <a:rPr lang="vi-VN" dirty="0" smtClean="0"/>
              <a:t>- </a:t>
            </a:r>
            <a:r>
              <a:rPr lang="vi-VN" dirty="0"/>
              <a:t>Giải thích các hiện tượng lỗi hay gặp: stack overflow, segmentation fault    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Build </a:t>
            </a:r>
            <a:r>
              <a:rPr lang="vi-VN" dirty="0"/>
              <a:t>thử một chương trình C bằng gcc, tìm hiểu lệnh để in ra các segment của chương </a:t>
            </a:r>
            <a:r>
              <a:rPr lang="vi-VN" dirty="0" smtClean="0"/>
              <a:t>trình</a:t>
            </a:r>
            <a:endParaRPr lang="en-US" dirty="0" smtClean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đũ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lưa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const.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9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64229" y="496389"/>
            <a:ext cx="1918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keyword: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93074" y="1140823"/>
            <a:ext cx="1681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virtual memory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6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519" y="219268"/>
            <a:ext cx="5943600" cy="29394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76691" y="2050742"/>
            <a:ext cx="2050742" cy="6835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1433" y="3288010"/>
            <a:ext cx="6096000" cy="12777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Text: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ở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thấp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vùng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endParaRPr lang="en-US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đọc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chứa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chuowg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hực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0365" y="4780938"/>
            <a:ext cx="6096000" cy="981423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Data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chứa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cục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static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Kích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thước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tùy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kiểu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dữa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biến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56137" y="2107551"/>
            <a:ext cx="633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Data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27433" y="4971495"/>
            <a:ext cx="5929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A. </a:t>
            </a:r>
            <a:r>
              <a:rPr lang="en-US" dirty="0" err="1" smtClean="0"/>
              <a:t>Initialozed</a:t>
            </a:r>
            <a:r>
              <a:rPr lang="en-US" dirty="0" smtClean="0"/>
              <a:t> data: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, </a:t>
            </a:r>
            <a:r>
              <a:rPr lang="en-US" dirty="0" err="1" smtClean="0"/>
              <a:t>bến</a:t>
            </a:r>
            <a:r>
              <a:rPr lang="en-US" dirty="0" smtClean="0"/>
              <a:t> static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427432" y="5323150"/>
            <a:ext cx="59216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r>
              <a:rPr lang="en-US" dirty="0" smtClean="0"/>
              <a:t>. </a:t>
            </a:r>
            <a:r>
              <a:rPr lang="en-US" dirty="0" err="1" smtClean="0"/>
              <a:t>Unitialized</a:t>
            </a:r>
            <a:r>
              <a:rPr lang="en-US" dirty="0" smtClean="0"/>
              <a:t> data(BSS): 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static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đươc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0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  <a:p>
            <a:r>
              <a:rPr lang="en-US" dirty="0" smtClean="0"/>
              <a:t>LMA sang VMA (???)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43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519" y="219268"/>
            <a:ext cx="5943600" cy="2939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1433" y="3288010"/>
            <a:ext cx="6096000" cy="2166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Heap: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động,kiền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kề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BSS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nở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vị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.(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lí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bới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malloc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realloc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free().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vi-VN" dirty="0" smtClean="0">
                <a:solidFill>
                  <a:srgbClr val="FF0000"/>
                </a:solidFill>
              </a:rPr>
              <a:t>Vùng nhớ heap được dùng chung bởi tất cả các thư viện chia sẻ (shared libraries) và các module được nạp động trong cùng một tiến trình.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smtClean="0"/>
              <a:t>Heap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b="1" dirty="0" err="1" smtClean="0"/>
              <a:t>toàn</a:t>
            </a:r>
            <a:r>
              <a:rPr lang="en-US" b="1" dirty="0" smtClean="0"/>
              <a:t> </a:t>
            </a:r>
            <a:r>
              <a:rPr lang="en-US" b="1" dirty="0" err="1" smtClean="0"/>
              <a:t>bộ</a:t>
            </a:r>
            <a:r>
              <a:rPr lang="en-US" b="1" dirty="0" smtClean="0"/>
              <a:t> process.</a:t>
            </a:r>
            <a:endParaRPr lang="en-US" dirty="0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433" y="3303260"/>
            <a:ext cx="2553056" cy="16766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1904" y="3551660"/>
            <a:ext cx="2086266" cy="13432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32723" y="4048217"/>
            <a:ext cx="664722" cy="363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7670307" y="4154686"/>
            <a:ext cx="1661597" cy="113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27433" y="5554980"/>
            <a:ext cx="5513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foo() </a:t>
            </a:r>
            <a:r>
              <a:rPr lang="en-US" dirty="0" err="1" smtClean="0"/>
              <a:t>thuộc</a:t>
            </a:r>
            <a:r>
              <a:rPr lang="en-US" dirty="0" smtClean="0"/>
              <a:t> 1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7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519" y="219268"/>
            <a:ext cx="5943600" cy="2939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1433" y="3288010"/>
            <a:ext cx="6096000" cy="12777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Stack: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8160" y="358455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- </a:t>
            </a:r>
            <a:r>
              <a:rPr lang="vi-VN" dirty="0" smtClean="0"/>
              <a:t>Biến cục bộ (local variables)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Tham số hàm (function parameters)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Địa chỉ quay về sau khi hàm kết thúc (return address)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Một số thanh ghi được lưu tạm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488" y="3584555"/>
            <a:ext cx="1419423" cy="144800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412476" y="3744910"/>
            <a:ext cx="1190503" cy="363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15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0423" y="2670407"/>
            <a:ext cx="795092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1F2328"/>
                </a:solidFill>
                <a:latin typeface="Mona Sans VF"/>
              </a:rPr>
              <a:t>Understanding the Memory Layout of Linux Executables</a:t>
            </a:r>
            <a:endParaRPr lang="en-US" sz="3200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1408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519" y="219268"/>
            <a:ext cx="5943600" cy="2939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1433" y="3288010"/>
            <a:ext cx="6096000" cy="12777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Stack: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8160" y="358455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- </a:t>
            </a:r>
            <a:r>
              <a:rPr lang="vi-VN" dirty="0" smtClean="0"/>
              <a:t>Biến cục bộ (local variables)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Tham số hàm (function parameters)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Địa chỉ quay về sau khi hàm kết thúc (return address)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vi-VN" dirty="0" smtClean="0"/>
              <a:t>Một số thanh ghi được lưu </a:t>
            </a:r>
            <a:r>
              <a:rPr lang="vi-VN" dirty="0" smtClean="0"/>
              <a:t>tạm</a:t>
            </a:r>
            <a:r>
              <a:rPr lang="en-US" dirty="0" smtClean="0"/>
              <a:t>c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488" y="3584555"/>
            <a:ext cx="1419423" cy="144800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412476" y="3744910"/>
            <a:ext cx="1190503" cy="363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4668" y="1189111"/>
            <a:ext cx="67220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: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(</a:t>
            </a:r>
            <a:r>
              <a:rPr lang="en-US" dirty="0" err="1" smtClean="0"/>
              <a:t>tên</a:t>
            </a:r>
            <a:r>
              <a:rPr lang="en-US" dirty="0" smtClean="0"/>
              <a:t>,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)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94667" y="2003363"/>
            <a:ext cx="83158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</a:t>
            </a:r>
            <a:r>
              <a:rPr lang="en-US" dirty="0" err="1"/>
              <a:t>a</a:t>
            </a:r>
            <a:r>
              <a:rPr lang="en-US" dirty="0" smtClean="0"/>
              <a:t>: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/>
              <a:t>,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smtClean="0"/>
              <a:t>file .c </a:t>
            </a:r>
            <a:r>
              <a:rPr lang="en-US" dirty="0" err="1" smtClean="0"/>
              <a:t>đó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194667" y="2817615"/>
            <a:ext cx="9229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Nếu</a:t>
            </a:r>
            <a:r>
              <a:rPr lang="en-US" dirty="0" smtClean="0"/>
              <a:t> 1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ở 1 file .C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nơi</a:t>
            </a:r>
            <a:r>
              <a:rPr lang="en-US" dirty="0" smtClean="0"/>
              <a:t> file .C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 smtClean="0"/>
          </a:p>
          <a:p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khóa</a:t>
            </a:r>
            <a:r>
              <a:rPr lang="en-US" dirty="0" smtClean="0"/>
              <a:t> extern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30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3835" y="605637"/>
            <a:ext cx="1750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External variable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3835" y="11385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dirty="0"/>
              <a:t>Các biến bên ngoài được định nghĩa bên ngoài bất kỳ hàm nào, và do đó có khả năng được sử dụng bởi nhiều hàm.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67246" y="557538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/>
              <a:t>Các</a:t>
            </a:r>
            <a:r>
              <a:rPr lang="en-US" dirty="0" smtClean="0"/>
              <a:t> h</a:t>
            </a:r>
            <a:r>
              <a:rPr lang="vi-VN" dirty="0" smtClean="0"/>
              <a:t>àm </a:t>
            </a:r>
            <a:r>
              <a:rPr lang="vi-VN" dirty="0"/>
              <a:t>luôn luôn là đối tượng bên ngoài, bởi vì ngôn ngữ C không cho phép định nghĩa một hàm bên trong một hàm khác.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67246" y="2333897"/>
            <a:ext cx="107831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vĩnh</a:t>
            </a:r>
            <a:r>
              <a:rPr lang="en-US" dirty="0" smtClean="0"/>
              <a:t> </a:t>
            </a:r>
            <a:r>
              <a:rPr lang="en-US" dirty="0" err="1" smtClean="0"/>
              <a:t>viễn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suốt</a:t>
            </a:r>
            <a:r>
              <a:rPr lang="en-US" dirty="0" smtClean="0"/>
              <a:t>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chạy</a:t>
            </a:r>
            <a:r>
              <a:rPr lang="en-US" dirty="0" smtClean="0"/>
              <a:t>.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giữ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lần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sang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theo.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Nói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viecj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dũ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2 hay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chia </a:t>
            </a:r>
            <a:r>
              <a:rPr lang="en-US" dirty="0" err="1" smtClean="0"/>
              <a:t>sẻ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.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tránh</a:t>
            </a:r>
            <a:r>
              <a:rPr lang="en-US" dirty="0" smtClean="0"/>
              <a:t> </a:t>
            </a:r>
            <a:r>
              <a:rPr lang="en-US" dirty="0" err="1" smtClean="0"/>
              <a:t>việ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dái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61228" y="4017892"/>
            <a:ext cx="2129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double </a:t>
            </a:r>
            <a:r>
              <a:rPr lang="en-US" dirty="0" err="1"/>
              <a:t>atof</a:t>
            </a:r>
            <a:r>
              <a:rPr lang="en-US" dirty="0"/>
              <a:t>(char []);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3966" y="3683726"/>
            <a:ext cx="781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khiể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triueer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63338" y="4323975"/>
            <a:ext cx="9842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Trong</a:t>
            </a:r>
            <a:r>
              <a:rPr lang="en-US" dirty="0" smtClean="0"/>
              <a:t> C </a:t>
            </a:r>
            <a:r>
              <a:rPr lang="en-US" dirty="0" err="1" smtClean="0"/>
              <a:t>cũ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void,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trống</a:t>
            </a:r>
            <a:r>
              <a:rPr lang="en-US" dirty="0" smtClean="0"/>
              <a:t>,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</a:p>
          <a:p>
            <a:r>
              <a:rPr lang="en-US" dirty="0" err="1"/>
              <a:t>h</a:t>
            </a:r>
            <a:r>
              <a:rPr lang="en-US" dirty="0" err="1" smtClean="0"/>
              <a:t>iểu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tắt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chứ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.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771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495" y="588220"/>
            <a:ext cx="10509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 smtClean="0"/>
              <a:t>Phạm </a:t>
            </a:r>
            <a:r>
              <a:rPr lang="it-IT" b="1" dirty="0"/>
              <a:t>vi (scope)</a:t>
            </a:r>
            <a:r>
              <a:rPr lang="it-IT" dirty="0"/>
              <a:t> của </a:t>
            </a:r>
            <a:r>
              <a:rPr lang="it-IT" dirty="0" smtClean="0"/>
              <a:t>một của 1 tên hàm hoặc tên biến là phần chương trình mà trong đó cái tên được sử dụng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79566" y="1436914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Header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10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63" y="788976"/>
            <a:ext cx="5582429" cy="1228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8206" y="2342606"/>
            <a:ext cx="9909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khóa</a:t>
            </a:r>
            <a:r>
              <a:rPr lang="en-US" dirty="0" smtClean="0"/>
              <a:t> static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2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getch</a:t>
            </a:r>
            <a:r>
              <a:rPr lang="en-US" dirty="0" smtClean="0"/>
              <a:t>()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ungetch</a:t>
            </a:r>
            <a:r>
              <a:rPr lang="en-US" dirty="0" smtClean="0"/>
              <a:t>()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 smtClean="0"/>
          </a:p>
          <a:p>
            <a:r>
              <a:rPr lang="en-US" dirty="0" smtClean="0"/>
              <a:t>2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dù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2 </a:t>
            </a:r>
            <a:r>
              <a:rPr lang="en-US" dirty="0" err="1" smtClean="0"/>
              <a:t>biến</a:t>
            </a:r>
            <a:r>
              <a:rPr lang="en-US" dirty="0" smtClean="0"/>
              <a:t> external),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ở </a:t>
            </a:r>
            <a:r>
              <a:rPr lang="en-US" dirty="0" err="1" smtClean="0"/>
              <a:t>các</a:t>
            </a:r>
            <a:r>
              <a:rPr lang="en-US" dirty="0" smtClean="0"/>
              <a:t> file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external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endParaRPr lang="en-US" dirty="0" smtClean="0"/>
          </a:p>
          <a:p>
            <a:r>
              <a:rPr lang="en-US" dirty="0" err="1"/>
              <a:t>v</a:t>
            </a:r>
            <a:r>
              <a:rPr lang="en-US" dirty="0" err="1" smtClean="0"/>
              <a:t>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28206" y="3635948"/>
            <a:ext cx="1007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Nếu</a:t>
            </a:r>
            <a:r>
              <a:rPr lang="en-US" dirty="0" smtClean="0"/>
              <a:t> 1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khóa</a:t>
            </a:r>
            <a:r>
              <a:rPr lang="en-US" dirty="0" smtClean="0"/>
              <a:t> static,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ẩn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 </a:t>
            </a:r>
            <a:r>
              <a:rPr lang="en-US" dirty="0" err="1" smtClean="0"/>
              <a:t>tệp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97577" y="505097"/>
            <a:ext cx="154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khóa</a:t>
            </a:r>
            <a:r>
              <a:rPr lang="en-US" dirty="0" smtClean="0"/>
              <a:t> static: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870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807" y="522514"/>
            <a:ext cx="96327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Biến</a:t>
            </a:r>
            <a:r>
              <a:rPr lang="en-US" dirty="0" smtClean="0"/>
              <a:t> register: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compiler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xuyên</a:t>
            </a:r>
            <a:r>
              <a:rPr lang="en-US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,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RAM </a:t>
            </a:r>
            <a:r>
              <a:rPr lang="en-US" dirty="0" err="1" smtClean="0"/>
              <a:t>để</a:t>
            </a:r>
            <a:r>
              <a:rPr lang="en-US" dirty="0" smtClean="0"/>
              <a:t> tang </a:t>
            </a:r>
            <a:r>
              <a:rPr lang="en-US" dirty="0" err="1" smtClean="0"/>
              <a:t>tốc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lí</a:t>
            </a:r>
            <a:r>
              <a:rPr lang="en-US" dirty="0" smtClean="0"/>
              <a:t>.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gặp</a:t>
            </a:r>
            <a:r>
              <a:rPr lang="en-US" dirty="0" smtClean="0"/>
              <a:t> </a:t>
            </a:r>
            <a:r>
              <a:rPr lang="en-US" dirty="0" err="1" smtClean="0"/>
              <a:t>giời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endParaRPr lang="en-US" dirty="0" smtClean="0"/>
          </a:p>
          <a:p>
            <a:r>
              <a:rPr lang="en-US" dirty="0" err="1" smtClean="0"/>
              <a:t>mặt</a:t>
            </a:r>
            <a:r>
              <a:rPr lang="en-US" dirty="0" smtClean="0"/>
              <a:t> </a:t>
            </a:r>
            <a:r>
              <a:rPr lang="en-US" dirty="0" err="1" smtClean="0"/>
              <a:t>phaanfcuwngs</a:t>
            </a:r>
            <a:r>
              <a:rPr lang="en-US" dirty="0" smtClean="0"/>
              <a:t> (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lương</a:t>
            </a:r>
            <a:r>
              <a:rPr lang="en-US" dirty="0" smtClean="0"/>
              <a:t>).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(</a:t>
            </a:r>
            <a:r>
              <a:rPr lang="en-US" dirty="0" err="1" smtClean="0"/>
              <a:t>biến</a:t>
            </a:r>
            <a:r>
              <a:rPr lang="en-US" dirty="0" smtClean="0"/>
              <a:t> local).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khóa</a:t>
            </a:r>
            <a:r>
              <a:rPr lang="en-US" dirty="0" smtClean="0"/>
              <a:t> register </a:t>
            </a:r>
            <a:r>
              <a:rPr lang="en-US" dirty="0" err="1" smtClean="0"/>
              <a:t>sé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r>
              <a:rPr lang="en-US" dirty="0" smtClean="0"/>
              <a:t> qua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dư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bieens</a:t>
            </a:r>
            <a:r>
              <a:rPr lang="en-US" dirty="0" smtClean="0"/>
              <a:t> </a:t>
            </a:r>
            <a:r>
              <a:rPr lang="en-US" dirty="0" err="1" smtClean="0"/>
              <a:t>khoogn</a:t>
            </a:r>
            <a:r>
              <a:rPr lang="en-US" dirty="0" smtClean="0"/>
              <a:t> </a:t>
            </a:r>
            <a:r>
              <a:rPr lang="en-US" dirty="0" err="1" smtClean="0"/>
              <a:t>đuowcj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. 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register(</a:t>
            </a:r>
            <a:r>
              <a:rPr lang="en-US" dirty="0" err="1" smtClean="0"/>
              <a:t>dù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/>
              <a:t> </a:t>
            </a:r>
            <a:r>
              <a:rPr lang="en-US" dirty="0" err="1" smtClean="0"/>
              <a:t>thanh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ko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8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409" y="763805"/>
            <a:ext cx="1829055" cy="1428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314" y="2595154"/>
            <a:ext cx="10517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, </a:t>
            </a:r>
            <a:r>
              <a:rPr lang="en-US" dirty="0" err="1" smtClean="0"/>
              <a:t>biến</a:t>
            </a:r>
            <a:r>
              <a:rPr lang="en-US" dirty="0" smtClean="0"/>
              <a:t> y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y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,</a:t>
            </a:r>
          </a:p>
          <a:p>
            <a:r>
              <a:rPr lang="en-US" dirty="0" err="1"/>
              <a:t>v</a:t>
            </a:r>
            <a:r>
              <a:rPr lang="en-US" dirty="0" err="1" smtClean="0"/>
              <a:t>à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phạm</a:t>
            </a:r>
            <a:r>
              <a:rPr lang="en-US" dirty="0" smtClean="0"/>
              <a:t> vi </a:t>
            </a:r>
            <a:r>
              <a:rPr lang="en-US" dirty="0" err="1" smtClean="0"/>
              <a:t>hàm</a:t>
            </a:r>
            <a:r>
              <a:rPr lang="en-US" dirty="0" smtClean="0"/>
              <a:t> f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ta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y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double 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158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9794" y="65872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Một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(pointer)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50126" y="1471748"/>
            <a:ext cx="9787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void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đẻ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thân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chiếu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9097" y="2595154"/>
            <a:ext cx="670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‘&amp;’ </a:t>
            </a:r>
            <a:r>
              <a:rPr lang="en-US" dirty="0" err="1" smtClean="0"/>
              <a:t>hoặc</a:t>
            </a:r>
            <a:r>
              <a:rPr lang="en-US" dirty="0" smtClean="0"/>
              <a:t> ‘*’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</a:t>
            </a:r>
            <a:r>
              <a:rPr lang="en-US" dirty="0" err="1" smtClean="0"/>
              <a:t>liến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9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879</Words>
  <Application>Microsoft Office PowerPoint</Application>
  <PresentationFormat>Widescreen</PresentationFormat>
  <Paragraphs>79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Mona Sans VF</vt:lpstr>
      <vt:lpstr>Times New Roman</vt:lpstr>
      <vt:lpstr>Office Theme</vt:lpstr>
      <vt:lpstr>Memory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layout</dc:title>
  <dc:creator>admin</dc:creator>
  <cp:lastModifiedBy>admin</cp:lastModifiedBy>
  <cp:revision>25</cp:revision>
  <dcterms:created xsi:type="dcterms:W3CDTF">2026-06-08T02:34:42Z</dcterms:created>
  <dcterms:modified xsi:type="dcterms:W3CDTF">2026-06-11T10:46:24Z</dcterms:modified>
</cp:coreProperties>
</file>